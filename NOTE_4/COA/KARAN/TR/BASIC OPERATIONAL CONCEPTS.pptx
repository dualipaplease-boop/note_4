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9DC55B-7DAA-4D73-96F7-2A696D527581}" v="45" dt="2025-12-15T15:10:45.8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4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NYA P G" userId="73d2de28e2edb29c" providerId="LiveId" clId="{8DF766A0-08F5-4AC7-8AC9-C544E3ECA56B}"/>
    <pc:docChg chg="undo custSel addSld delSld modSld sldOrd addMainMaster delMainMaster">
      <pc:chgData name="DHANYA P G" userId="73d2de28e2edb29c" providerId="LiveId" clId="{8DF766A0-08F5-4AC7-8AC9-C544E3ECA56B}" dt="2025-12-15T17:48:03.071" v="2163" actId="27636"/>
      <pc:docMkLst>
        <pc:docMk/>
      </pc:docMkLst>
      <pc:sldChg chg="addSp delSp modSp new mod modMedia setBg modClrScheme addAnim delAnim modAnim setClrOvrMap delDesignElem chgLayout">
        <pc:chgData name="DHANYA P G" userId="73d2de28e2edb29c" providerId="LiveId" clId="{8DF766A0-08F5-4AC7-8AC9-C544E3ECA56B}" dt="2025-12-10T04:01:29.714" v="130" actId="1076"/>
        <pc:sldMkLst>
          <pc:docMk/>
          <pc:sldMk cId="715825784" sldId="256"/>
        </pc:sldMkLst>
        <pc:spChg chg="mod">
          <ac:chgData name="DHANYA P G" userId="73d2de28e2edb29c" providerId="LiveId" clId="{8DF766A0-08F5-4AC7-8AC9-C544E3ECA56B}" dt="2025-12-10T03:53:56.424" v="41" actId="26606"/>
          <ac:spMkLst>
            <pc:docMk/>
            <pc:sldMk cId="715825784" sldId="256"/>
            <ac:spMk id="3" creationId="{5A542BCC-2AB5-F1C4-0092-08CF4875273F}"/>
          </ac:spMkLst>
        </pc:spChg>
        <pc:spChg chg="add mod">
          <ac:chgData name="DHANYA P G" userId="73d2de28e2edb29c" providerId="LiveId" clId="{8DF766A0-08F5-4AC7-8AC9-C544E3ECA56B}" dt="2025-12-10T03:57:15.285" v="95" actId="20577"/>
          <ac:spMkLst>
            <pc:docMk/>
            <pc:sldMk cId="715825784" sldId="256"/>
            <ac:spMk id="6" creationId="{BD1B7CDB-9354-08EE-D163-1DC87F40B844}"/>
          </ac:spMkLst>
        </pc:spChg>
        <pc:spChg chg="add mod">
          <ac:chgData name="DHANYA P G" userId="73d2de28e2edb29c" providerId="LiveId" clId="{8DF766A0-08F5-4AC7-8AC9-C544E3ECA56B}" dt="2025-12-10T04:01:29.714" v="130" actId="1076"/>
          <ac:spMkLst>
            <pc:docMk/>
            <pc:sldMk cId="715825784" sldId="256"/>
            <ac:spMk id="8" creationId="{E056F724-5E40-A002-E7B3-83972B56B60E}"/>
          </ac:spMkLst>
        </pc:spChg>
        <pc:spChg chg="add mod">
          <ac:chgData name="DHANYA P G" userId="73d2de28e2edb29c" providerId="LiveId" clId="{8DF766A0-08F5-4AC7-8AC9-C544E3ECA56B}" dt="2025-12-10T03:59:36.827" v="115" actId="207"/>
          <ac:spMkLst>
            <pc:docMk/>
            <pc:sldMk cId="715825784" sldId="256"/>
            <ac:spMk id="10" creationId="{655AEBFA-61F1-B05A-6FEA-843B2D3EFC8B}"/>
          </ac:spMkLst>
        </pc:spChg>
        <pc:spChg chg="add mod">
          <ac:chgData name="DHANYA P G" userId="73d2de28e2edb29c" providerId="LiveId" clId="{8DF766A0-08F5-4AC7-8AC9-C544E3ECA56B}" dt="2025-12-10T03:59:41.539" v="116" actId="207"/>
          <ac:spMkLst>
            <pc:docMk/>
            <pc:sldMk cId="715825784" sldId="256"/>
            <ac:spMk id="12" creationId="{12F22243-BAF3-8277-0E52-5A47FEAF0E7E}"/>
          </ac:spMkLst>
        </pc:spChg>
        <pc:picChg chg="add mod">
          <ac:chgData name="DHANYA P G" userId="73d2de28e2edb29c" providerId="LiveId" clId="{8DF766A0-08F5-4AC7-8AC9-C544E3ECA56B}" dt="2025-12-10T04:00:48.180" v="119" actId="1076"/>
          <ac:picMkLst>
            <pc:docMk/>
            <pc:sldMk cId="715825784" sldId="256"/>
            <ac:picMk id="7" creationId="{857C5002-F89C-4B39-90B9-039AAA6AE0B0}"/>
          </ac:picMkLst>
        </pc:picChg>
      </pc:sldChg>
      <pc:sldChg chg="addSp delSp modSp new mod">
        <pc:chgData name="DHANYA P G" userId="73d2de28e2edb29c" providerId="LiveId" clId="{8DF766A0-08F5-4AC7-8AC9-C544E3ECA56B}" dt="2025-12-10T05:04:18.771" v="356" actId="27636"/>
        <pc:sldMkLst>
          <pc:docMk/>
          <pc:sldMk cId="3778165126" sldId="257"/>
        </pc:sldMkLst>
        <pc:spChg chg="mod">
          <ac:chgData name="DHANYA P G" userId="73d2de28e2edb29c" providerId="LiveId" clId="{8DF766A0-08F5-4AC7-8AC9-C544E3ECA56B}" dt="2025-12-10T04:02:15.624" v="160" actId="403"/>
          <ac:spMkLst>
            <pc:docMk/>
            <pc:sldMk cId="3778165126" sldId="257"/>
            <ac:spMk id="2" creationId="{B1DD6308-05AD-EAA6-6BF4-D12BFC0345F4}"/>
          </ac:spMkLst>
        </pc:spChg>
        <pc:spChg chg="mod">
          <ac:chgData name="DHANYA P G" userId="73d2de28e2edb29c" providerId="LiveId" clId="{8DF766A0-08F5-4AC7-8AC9-C544E3ECA56B}" dt="2025-12-10T05:04:18.771" v="356" actId="27636"/>
          <ac:spMkLst>
            <pc:docMk/>
            <pc:sldMk cId="3778165126" sldId="257"/>
            <ac:spMk id="3" creationId="{69D27E72-4659-352D-A176-E69F73D00CF7}"/>
          </ac:spMkLst>
        </pc:spChg>
      </pc:sldChg>
      <pc:sldChg chg="addSp delSp modSp new mod">
        <pc:chgData name="DHANYA P G" userId="73d2de28e2edb29c" providerId="LiveId" clId="{8DF766A0-08F5-4AC7-8AC9-C544E3ECA56B}" dt="2025-12-10T04:23:59.435" v="261" actId="1076"/>
        <pc:sldMkLst>
          <pc:docMk/>
          <pc:sldMk cId="1245178914" sldId="258"/>
        </pc:sldMkLst>
        <pc:picChg chg="add mod">
          <ac:chgData name="DHANYA P G" userId="73d2de28e2edb29c" providerId="LiveId" clId="{8DF766A0-08F5-4AC7-8AC9-C544E3ECA56B}" dt="2025-12-10T04:23:59.435" v="261" actId="1076"/>
          <ac:picMkLst>
            <pc:docMk/>
            <pc:sldMk cId="1245178914" sldId="258"/>
            <ac:picMk id="5" creationId="{9A4E4BE7-4349-1049-0EEC-B3E2BACAAB75}"/>
          </ac:picMkLst>
        </pc:picChg>
      </pc:sldChg>
      <pc:sldChg chg="addSp delSp modSp new mod">
        <pc:chgData name="DHANYA P G" userId="73d2de28e2edb29c" providerId="LiveId" clId="{8DF766A0-08F5-4AC7-8AC9-C544E3ECA56B}" dt="2025-12-10T05:25:13.611" v="546" actId="1076"/>
        <pc:sldMkLst>
          <pc:docMk/>
          <pc:sldMk cId="2076619921" sldId="259"/>
        </pc:sldMkLst>
        <pc:spChg chg="mod">
          <ac:chgData name="DHANYA P G" userId="73d2de28e2edb29c" providerId="LiveId" clId="{8DF766A0-08F5-4AC7-8AC9-C544E3ECA56B}" dt="2025-12-10T04:25:47.398" v="296" actId="14100"/>
          <ac:spMkLst>
            <pc:docMk/>
            <pc:sldMk cId="2076619921" sldId="259"/>
            <ac:spMk id="3" creationId="{5866AB06-36CA-963B-5560-0C7938275A5F}"/>
          </ac:spMkLst>
        </pc:spChg>
        <pc:picChg chg="add mod">
          <ac:chgData name="DHANYA P G" userId="73d2de28e2edb29c" providerId="LiveId" clId="{8DF766A0-08F5-4AC7-8AC9-C544E3ECA56B}" dt="2025-12-10T05:25:13.611" v="546" actId="1076"/>
          <ac:picMkLst>
            <pc:docMk/>
            <pc:sldMk cId="2076619921" sldId="259"/>
            <ac:picMk id="9" creationId="{6AF7963A-4413-C3F7-23EA-B1596522302D}"/>
          </ac:picMkLst>
        </pc:picChg>
      </pc:sldChg>
      <pc:sldChg chg="addSp delSp modSp new mod ord">
        <pc:chgData name="DHANYA P G" userId="73d2de28e2edb29c" providerId="LiveId" clId="{8DF766A0-08F5-4AC7-8AC9-C544E3ECA56B}" dt="2025-12-10T05:21:30.002" v="537"/>
        <pc:sldMkLst>
          <pc:docMk/>
          <pc:sldMk cId="779584791" sldId="260"/>
        </pc:sldMkLst>
        <pc:spChg chg="mod">
          <ac:chgData name="DHANYA P G" userId="73d2de28e2edb29c" providerId="LiveId" clId="{8DF766A0-08F5-4AC7-8AC9-C544E3ECA56B}" dt="2025-12-10T05:21:06.088" v="529" actId="20577"/>
          <ac:spMkLst>
            <pc:docMk/>
            <pc:sldMk cId="779584791" sldId="260"/>
            <ac:spMk id="3" creationId="{C0F0C13A-55F6-23FD-A091-9426202AAE5B}"/>
          </ac:spMkLst>
        </pc:spChg>
        <pc:picChg chg="add mod">
          <ac:chgData name="DHANYA P G" userId="73d2de28e2edb29c" providerId="LiveId" clId="{8DF766A0-08F5-4AC7-8AC9-C544E3ECA56B}" dt="2025-12-10T05:21:27.228" v="535" actId="14100"/>
          <ac:picMkLst>
            <pc:docMk/>
            <pc:sldMk cId="779584791" sldId="260"/>
            <ac:picMk id="7" creationId="{E81EBB42-39D4-061D-92CA-6D587362C53F}"/>
          </ac:picMkLst>
        </pc:picChg>
      </pc:sldChg>
      <pc:sldChg chg="addSp delSp modSp new mod">
        <pc:chgData name="DHANYA P G" userId="73d2de28e2edb29c" providerId="LiveId" clId="{8DF766A0-08F5-4AC7-8AC9-C544E3ECA56B}" dt="2025-12-10T05:15:21.830" v="518" actId="1076"/>
        <pc:sldMkLst>
          <pc:docMk/>
          <pc:sldMk cId="1387567655" sldId="261"/>
        </pc:sldMkLst>
        <pc:spChg chg="mod">
          <ac:chgData name="DHANYA P G" userId="73d2de28e2edb29c" providerId="LiveId" clId="{8DF766A0-08F5-4AC7-8AC9-C544E3ECA56B}" dt="2025-12-10T05:15:16.961" v="517" actId="20577"/>
          <ac:spMkLst>
            <pc:docMk/>
            <pc:sldMk cId="1387567655" sldId="261"/>
            <ac:spMk id="3" creationId="{C7A0C4E6-74DB-16B8-30DF-52FCB090B2F5}"/>
          </ac:spMkLst>
        </pc:spChg>
        <pc:picChg chg="add mod">
          <ac:chgData name="DHANYA P G" userId="73d2de28e2edb29c" providerId="LiveId" clId="{8DF766A0-08F5-4AC7-8AC9-C544E3ECA56B}" dt="2025-12-10T05:15:21.830" v="518" actId="1076"/>
          <ac:picMkLst>
            <pc:docMk/>
            <pc:sldMk cId="1387567655" sldId="261"/>
            <ac:picMk id="6" creationId="{3BC0E787-BB74-30D0-7A42-7D22B867E0B0}"/>
          </ac:picMkLst>
        </pc:picChg>
      </pc:sldChg>
      <pc:sldChg chg="addSp delSp modSp new mod">
        <pc:chgData name="DHANYA P G" userId="73d2de28e2edb29c" providerId="LiveId" clId="{8DF766A0-08F5-4AC7-8AC9-C544E3ECA56B}" dt="2025-12-10T06:19:54.671" v="591" actId="1076"/>
        <pc:sldMkLst>
          <pc:docMk/>
          <pc:sldMk cId="911977995" sldId="262"/>
        </pc:sldMkLst>
        <pc:spChg chg="mod">
          <ac:chgData name="DHANYA P G" userId="73d2de28e2edb29c" providerId="LiveId" clId="{8DF766A0-08F5-4AC7-8AC9-C544E3ECA56B}" dt="2025-12-10T06:19:30.962" v="586" actId="20577"/>
          <ac:spMkLst>
            <pc:docMk/>
            <pc:sldMk cId="911977995" sldId="262"/>
            <ac:spMk id="3" creationId="{6B977DEB-6A70-46F4-74B1-1941C37BA733}"/>
          </ac:spMkLst>
        </pc:spChg>
        <pc:picChg chg="add mod">
          <ac:chgData name="DHANYA P G" userId="73d2de28e2edb29c" providerId="LiveId" clId="{8DF766A0-08F5-4AC7-8AC9-C544E3ECA56B}" dt="2025-12-10T06:19:54.671" v="591" actId="1076"/>
          <ac:picMkLst>
            <pc:docMk/>
            <pc:sldMk cId="911977995" sldId="262"/>
            <ac:picMk id="7" creationId="{9A24FA4B-343C-6538-1835-C1362B20988A}"/>
          </ac:picMkLst>
        </pc:picChg>
      </pc:sldChg>
      <pc:sldChg chg="addSp delSp modSp new mod">
        <pc:chgData name="DHANYA P G" userId="73d2de28e2edb29c" providerId="LiveId" clId="{8DF766A0-08F5-4AC7-8AC9-C544E3ECA56B}" dt="2025-12-10T06:27:57.344" v="617" actId="1076"/>
        <pc:sldMkLst>
          <pc:docMk/>
          <pc:sldMk cId="3646376212" sldId="263"/>
        </pc:sldMkLst>
        <pc:spChg chg="mod">
          <ac:chgData name="DHANYA P G" userId="73d2de28e2edb29c" providerId="LiveId" clId="{8DF766A0-08F5-4AC7-8AC9-C544E3ECA56B}" dt="2025-12-10T06:22:19.078" v="607" actId="403"/>
          <ac:spMkLst>
            <pc:docMk/>
            <pc:sldMk cId="3646376212" sldId="263"/>
            <ac:spMk id="3" creationId="{A394BEC4-1A98-D491-E9A8-371460334880}"/>
          </ac:spMkLst>
        </pc:spChg>
        <pc:picChg chg="add mod">
          <ac:chgData name="DHANYA P G" userId="73d2de28e2edb29c" providerId="LiveId" clId="{8DF766A0-08F5-4AC7-8AC9-C544E3ECA56B}" dt="2025-12-10T06:27:57.344" v="617" actId="1076"/>
          <ac:picMkLst>
            <pc:docMk/>
            <pc:sldMk cId="3646376212" sldId="263"/>
            <ac:picMk id="5" creationId="{47DA92F7-9E91-F9B6-2CC7-82DED90B0C52}"/>
          </ac:picMkLst>
        </pc:picChg>
      </pc:sldChg>
      <pc:sldChg chg="addSp delSp modSp new mod">
        <pc:chgData name="DHANYA P G" userId="73d2de28e2edb29c" providerId="LiveId" clId="{8DF766A0-08F5-4AC7-8AC9-C544E3ECA56B}" dt="2025-12-10T06:38:22.957" v="687" actId="1076"/>
        <pc:sldMkLst>
          <pc:docMk/>
          <pc:sldMk cId="3835544878" sldId="264"/>
        </pc:sldMkLst>
        <pc:spChg chg="mod">
          <ac:chgData name="DHANYA P G" userId="73d2de28e2edb29c" providerId="LiveId" clId="{8DF766A0-08F5-4AC7-8AC9-C544E3ECA56B}" dt="2025-12-10T06:38:22.957" v="687" actId="1076"/>
          <ac:spMkLst>
            <pc:docMk/>
            <pc:sldMk cId="3835544878" sldId="264"/>
            <ac:spMk id="3" creationId="{2F54418D-0A8A-CC72-858C-2E282E030D3A}"/>
          </ac:spMkLst>
        </pc:spChg>
        <pc:picChg chg="add mod">
          <ac:chgData name="DHANYA P G" userId="73d2de28e2edb29c" providerId="LiveId" clId="{8DF766A0-08F5-4AC7-8AC9-C544E3ECA56B}" dt="2025-12-10T06:38:14.586" v="686" actId="14100"/>
          <ac:picMkLst>
            <pc:docMk/>
            <pc:sldMk cId="3835544878" sldId="264"/>
            <ac:picMk id="5" creationId="{2F6DF06D-A092-C2D1-19F3-1D41815A307A}"/>
          </ac:picMkLst>
        </pc:picChg>
      </pc:sldChg>
      <pc:sldChg chg="delSp modSp new mod">
        <pc:chgData name="DHANYA P G" userId="73d2de28e2edb29c" providerId="LiveId" clId="{8DF766A0-08F5-4AC7-8AC9-C544E3ECA56B}" dt="2025-12-15T14:36:23.751" v="1279" actId="15"/>
        <pc:sldMkLst>
          <pc:docMk/>
          <pc:sldMk cId="1377712179" sldId="265"/>
        </pc:sldMkLst>
        <pc:spChg chg="mod">
          <ac:chgData name="DHANYA P G" userId="73d2de28e2edb29c" providerId="LiveId" clId="{8DF766A0-08F5-4AC7-8AC9-C544E3ECA56B}" dt="2025-12-15T14:36:23.751" v="1279" actId="15"/>
          <ac:spMkLst>
            <pc:docMk/>
            <pc:sldMk cId="1377712179" sldId="265"/>
            <ac:spMk id="3" creationId="{78B92EC4-31C7-8A3F-4C43-AAAC3287A0F5}"/>
          </ac:spMkLst>
        </pc:spChg>
      </pc:sldChg>
      <pc:sldChg chg="delSp modSp new mod">
        <pc:chgData name="DHANYA P G" userId="73d2de28e2edb29c" providerId="LiveId" clId="{8DF766A0-08F5-4AC7-8AC9-C544E3ECA56B}" dt="2025-12-15T17:48:03.071" v="2163" actId="27636"/>
        <pc:sldMkLst>
          <pc:docMk/>
          <pc:sldMk cId="2351021568" sldId="266"/>
        </pc:sldMkLst>
        <pc:spChg chg="del">
          <ac:chgData name="DHANYA P G" userId="73d2de28e2edb29c" providerId="LiveId" clId="{8DF766A0-08F5-4AC7-8AC9-C544E3ECA56B}" dt="2025-12-15T14:28:50.238" v="939" actId="478"/>
          <ac:spMkLst>
            <pc:docMk/>
            <pc:sldMk cId="2351021568" sldId="266"/>
            <ac:spMk id="2" creationId="{02A44547-08D8-D708-2D1D-739C46DCE392}"/>
          </ac:spMkLst>
        </pc:spChg>
        <pc:spChg chg="mod">
          <ac:chgData name="DHANYA P G" userId="73d2de28e2edb29c" providerId="LiveId" clId="{8DF766A0-08F5-4AC7-8AC9-C544E3ECA56B}" dt="2025-12-15T17:48:03.071" v="2163" actId="27636"/>
          <ac:spMkLst>
            <pc:docMk/>
            <pc:sldMk cId="2351021568" sldId="266"/>
            <ac:spMk id="3" creationId="{D044DC80-45F9-8972-4E57-0E5532CEB089}"/>
          </ac:spMkLst>
        </pc:spChg>
      </pc:sldChg>
      <pc:sldChg chg="delSp modSp new mod">
        <pc:chgData name="DHANYA P G" userId="73d2de28e2edb29c" providerId="LiveId" clId="{8DF766A0-08F5-4AC7-8AC9-C544E3ECA56B}" dt="2025-12-15T14:58:04.148" v="1719" actId="403"/>
        <pc:sldMkLst>
          <pc:docMk/>
          <pc:sldMk cId="2515395155" sldId="267"/>
        </pc:sldMkLst>
        <pc:spChg chg="del">
          <ac:chgData name="DHANYA P G" userId="73d2de28e2edb29c" providerId="LiveId" clId="{8DF766A0-08F5-4AC7-8AC9-C544E3ECA56B}" dt="2025-12-15T14:37:43.631" v="1296" actId="478"/>
          <ac:spMkLst>
            <pc:docMk/>
            <pc:sldMk cId="2515395155" sldId="267"/>
            <ac:spMk id="2" creationId="{69AD5913-2DE5-0D06-3543-B59367DEC813}"/>
          </ac:spMkLst>
        </pc:spChg>
        <pc:spChg chg="mod">
          <ac:chgData name="DHANYA P G" userId="73d2de28e2edb29c" providerId="LiveId" clId="{8DF766A0-08F5-4AC7-8AC9-C544E3ECA56B}" dt="2025-12-15T14:58:04.148" v="1719" actId="403"/>
          <ac:spMkLst>
            <pc:docMk/>
            <pc:sldMk cId="2515395155" sldId="267"/>
            <ac:spMk id="3" creationId="{CE993F6D-9EAC-EC5E-79B8-E80CEF6705B0}"/>
          </ac:spMkLst>
        </pc:spChg>
      </pc:sldChg>
      <pc:sldChg chg="addSp delSp modSp new mod">
        <pc:chgData name="DHANYA P G" userId="73d2de28e2edb29c" providerId="LiveId" clId="{8DF766A0-08F5-4AC7-8AC9-C544E3ECA56B}" dt="2025-12-15T14:48:33.693" v="1706" actId="1076"/>
        <pc:sldMkLst>
          <pc:docMk/>
          <pc:sldMk cId="1653943679" sldId="268"/>
        </pc:sldMkLst>
        <pc:spChg chg="del">
          <ac:chgData name="DHANYA P G" userId="73d2de28e2edb29c" providerId="LiveId" clId="{8DF766A0-08F5-4AC7-8AC9-C544E3ECA56B}" dt="2025-12-15T14:48:21.107" v="1701" actId="478"/>
          <ac:spMkLst>
            <pc:docMk/>
            <pc:sldMk cId="1653943679" sldId="268"/>
            <ac:spMk id="2" creationId="{046405C6-FB16-4DF2-6C63-E1D96C69F14E}"/>
          </ac:spMkLst>
        </pc:spChg>
        <pc:spChg chg="del">
          <ac:chgData name="DHANYA P G" userId="73d2de28e2edb29c" providerId="LiveId" clId="{8DF766A0-08F5-4AC7-8AC9-C544E3ECA56B}" dt="2025-12-15T14:48:18.316" v="1698" actId="22"/>
          <ac:spMkLst>
            <pc:docMk/>
            <pc:sldMk cId="1653943679" sldId="268"/>
            <ac:spMk id="3" creationId="{1773A52A-8430-697B-7380-81484200C6D7}"/>
          </ac:spMkLst>
        </pc:spChg>
        <pc:picChg chg="add mod ord">
          <ac:chgData name="DHANYA P G" userId="73d2de28e2edb29c" providerId="LiveId" clId="{8DF766A0-08F5-4AC7-8AC9-C544E3ECA56B}" dt="2025-12-15T14:48:33.693" v="1706" actId="1076"/>
          <ac:picMkLst>
            <pc:docMk/>
            <pc:sldMk cId="1653943679" sldId="268"/>
            <ac:picMk id="5" creationId="{FD21AFCE-629D-CB7A-EFAC-DA27E3722D21}"/>
          </ac:picMkLst>
        </pc:picChg>
      </pc:sldChg>
      <pc:sldChg chg="addSp delSp modSp new mod setBg setClrOvrMap">
        <pc:chgData name="DHANYA P G" userId="73d2de28e2edb29c" providerId="LiveId" clId="{8DF766A0-08F5-4AC7-8AC9-C544E3ECA56B}" dt="2025-12-15T15:03:44.885" v="2024" actId="255"/>
        <pc:sldMkLst>
          <pc:docMk/>
          <pc:sldMk cId="3966944136" sldId="269"/>
        </pc:sldMkLst>
        <pc:spChg chg="del">
          <ac:chgData name="DHANYA P G" userId="73d2de28e2edb29c" providerId="LiveId" clId="{8DF766A0-08F5-4AC7-8AC9-C544E3ECA56B}" dt="2025-12-15T14:56:22.310" v="1712" actId="478"/>
          <ac:spMkLst>
            <pc:docMk/>
            <pc:sldMk cId="3966944136" sldId="269"/>
            <ac:spMk id="2" creationId="{1A85ED80-8E99-C7A7-0114-61AE98DA8FFD}"/>
          </ac:spMkLst>
        </pc:spChg>
        <pc:spChg chg="del mod">
          <ac:chgData name="DHANYA P G" userId="73d2de28e2edb29c" providerId="LiveId" clId="{8DF766A0-08F5-4AC7-8AC9-C544E3ECA56B}" dt="2025-12-15T14:56:19.006" v="1709" actId="22"/>
          <ac:spMkLst>
            <pc:docMk/>
            <pc:sldMk cId="3966944136" sldId="269"/>
            <ac:spMk id="3" creationId="{BC00E100-A589-8E11-F251-F900771A86CF}"/>
          </ac:spMkLst>
        </pc:spChg>
        <pc:spChg chg="add mod">
          <ac:chgData name="DHANYA P G" userId="73d2de28e2edb29c" providerId="LiveId" clId="{8DF766A0-08F5-4AC7-8AC9-C544E3ECA56B}" dt="2025-12-15T15:03:44.885" v="2024" actId="255"/>
          <ac:spMkLst>
            <pc:docMk/>
            <pc:sldMk cId="3966944136" sldId="269"/>
            <ac:spMk id="9" creationId="{8BF620FA-C733-3893-58EF-112FA9816F3B}"/>
          </ac:spMkLst>
        </pc:spChg>
        <pc:spChg chg="add">
          <ac:chgData name="DHANYA P G" userId="73d2de28e2edb29c" providerId="LiveId" clId="{8DF766A0-08F5-4AC7-8AC9-C544E3ECA56B}" dt="2025-12-15T14:58:36.530" v="1720" actId="26606"/>
          <ac:spMkLst>
            <pc:docMk/>
            <pc:sldMk cId="3966944136" sldId="269"/>
            <ac:spMk id="12" creationId="{95CB840F-8E41-4CA5-B79B-25CC80AD234A}"/>
          </ac:spMkLst>
        </pc:spChg>
        <pc:picChg chg="add mod ord">
          <ac:chgData name="DHANYA P G" userId="73d2de28e2edb29c" providerId="LiveId" clId="{8DF766A0-08F5-4AC7-8AC9-C544E3ECA56B}" dt="2025-12-15T15:03:30.046" v="2020" actId="1076"/>
          <ac:picMkLst>
            <pc:docMk/>
            <pc:sldMk cId="3966944136" sldId="269"/>
            <ac:picMk id="5" creationId="{9D35F4A1-F750-80BC-AC1A-7BE44C25B768}"/>
          </ac:picMkLst>
        </pc:picChg>
      </pc:sldChg>
      <pc:sldChg chg="delSp modSp new mod">
        <pc:chgData name="DHANYA P G" userId="73d2de28e2edb29c" providerId="LiveId" clId="{8DF766A0-08F5-4AC7-8AC9-C544E3ECA56B}" dt="2025-12-15T15:09:34.154" v="2066" actId="5793"/>
        <pc:sldMkLst>
          <pc:docMk/>
          <pc:sldMk cId="2667238750" sldId="270"/>
        </pc:sldMkLst>
        <pc:spChg chg="del">
          <ac:chgData name="DHANYA P G" userId="73d2de28e2edb29c" providerId="LiveId" clId="{8DF766A0-08F5-4AC7-8AC9-C544E3ECA56B}" dt="2025-12-15T15:06:58.317" v="2027" actId="478"/>
          <ac:spMkLst>
            <pc:docMk/>
            <pc:sldMk cId="2667238750" sldId="270"/>
            <ac:spMk id="2" creationId="{A6195CBB-C2A9-3CCB-E271-90318C956A92}"/>
          </ac:spMkLst>
        </pc:spChg>
        <pc:spChg chg="mod">
          <ac:chgData name="DHANYA P G" userId="73d2de28e2edb29c" providerId="LiveId" clId="{8DF766A0-08F5-4AC7-8AC9-C544E3ECA56B}" dt="2025-12-15T15:09:34.154" v="2066" actId="5793"/>
          <ac:spMkLst>
            <pc:docMk/>
            <pc:sldMk cId="2667238750" sldId="270"/>
            <ac:spMk id="3" creationId="{995C6164-94E9-A98E-9308-6A70E1C6A13D}"/>
          </ac:spMkLst>
        </pc:spChg>
      </pc:sldChg>
      <pc:sldChg chg="addSp delSp modSp new mod">
        <pc:chgData name="DHANYA P G" userId="73d2de28e2edb29c" providerId="LiveId" clId="{8DF766A0-08F5-4AC7-8AC9-C544E3ECA56B}" dt="2025-12-15T15:13:47.531" v="2130" actId="26606"/>
        <pc:sldMkLst>
          <pc:docMk/>
          <pc:sldMk cId="2207462808" sldId="271"/>
        </pc:sldMkLst>
        <pc:spChg chg="del">
          <ac:chgData name="DHANYA P G" userId="73d2de28e2edb29c" providerId="LiveId" clId="{8DF766A0-08F5-4AC7-8AC9-C544E3ECA56B}" dt="2025-12-15T15:09:49.917" v="2067" actId="478"/>
          <ac:spMkLst>
            <pc:docMk/>
            <pc:sldMk cId="2207462808" sldId="271"/>
            <ac:spMk id="2" creationId="{02A05BB6-A92F-86A5-4E55-D238DA95D462}"/>
          </ac:spMkLst>
        </pc:spChg>
        <pc:spChg chg="add del mod">
          <ac:chgData name="DHANYA P G" userId="73d2de28e2edb29c" providerId="LiveId" clId="{8DF766A0-08F5-4AC7-8AC9-C544E3ECA56B}" dt="2025-12-15T15:13:47.531" v="2130" actId="26606"/>
          <ac:spMkLst>
            <pc:docMk/>
            <pc:sldMk cId="2207462808" sldId="271"/>
            <ac:spMk id="3" creationId="{B4B6229A-7AF3-D778-9214-016C059EB563}"/>
          </ac:spMkLst>
        </pc:spChg>
        <pc:graphicFrameChg chg="add del mod">
          <ac:chgData name="DHANYA P G" userId="73d2de28e2edb29c" providerId="LiveId" clId="{8DF766A0-08F5-4AC7-8AC9-C544E3ECA56B}" dt="2025-12-15T15:13:47.531" v="2130" actId="26606"/>
          <ac:graphicFrameMkLst>
            <pc:docMk/>
            <pc:sldMk cId="2207462808" sldId="271"/>
            <ac:graphicFrameMk id="5" creationId="{079B3A12-1C7A-FBEB-8864-3D75D0362D32}"/>
          </ac:graphicFrameMkLst>
        </pc:graphicFrameChg>
      </pc:sldChg>
      <pc:sldChg chg="delSp modSp new mod">
        <pc:chgData name="DHANYA P G" userId="73d2de28e2edb29c" providerId="LiveId" clId="{8DF766A0-08F5-4AC7-8AC9-C544E3ECA56B}" dt="2025-12-15T15:14:33.912" v="2161" actId="14100"/>
        <pc:sldMkLst>
          <pc:docMk/>
          <pc:sldMk cId="3315103029" sldId="272"/>
        </pc:sldMkLst>
        <pc:spChg chg="del">
          <ac:chgData name="DHANYA P G" userId="73d2de28e2edb29c" providerId="LiveId" clId="{8DF766A0-08F5-4AC7-8AC9-C544E3ECA56B}" dt="2025-12-15T15:14:08.479" v="2143" actId="478"/>
          <ac:spMkLst>
            <pc:docMk/>
            <pc:sldMk cId="3315103029" sldId="272"/>
            <ac:spMk id="2" creationId="{9C9C8178-57AA-F9E9-544C-557885CD7684}"/>
          </ac:spMkLst>
        </pc:spChg>
        <pc:spChg chg="mod">
          <ac:chgData name="DHANYA P G" userId="73d2de28e2edb29c" providerId="LiveId" clId="{8DF766A0-08F5-4AC7-8AC9-C544E3ECA56B}" dt="2025-12-15T15:14:33.912" v="2161" actId="14100"/>
          <ac:spMkLst>
            <pc:docMk/>
            <pc:sldMk cId="3315103029" sldId="272"/>
            <ac:spMk id="3" creationId="{2E6654E4-90E2-94ED-4EC8-EE1C706B451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266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993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273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646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916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685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757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255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155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0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7033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43350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642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61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3561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2512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083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80C50CD-E178-4744-9B35-B2F624D6C5E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2871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D1B7CDB-9354-08EE-D163-1DC87F40B8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542BCC-2AB5-F1C4-0092-08CF487527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947" y="4482450"/>
            <a:ext cx="5040785" cy="1724029"/>
          </a:xfrm>
        </p:spPr>
        <p:txBody>
          <a:bodyPr anchor="t">
            <a:normAutofit/>
          </a:bodyPr>
          <a:lstStyle/>
          <a:p>
            <a:pPr algn="r"/>
            <a:endParaRPr lang="en-IN">
              <a:solidFill>
                <a:srgbClr val="FFFFFF"/>
              </a:solidFill>
            </a:endParaRPr>
          </a:p>
        </p:txBody>
      </p:sp>
      <p:pic>
        <p:nvPicPr>
          <p:cNvPr id="7" name="Video 15" descr="3D Person Working In A Home Office">
            <a:extLst>
              <a:ext uri="{FF2B5EF4-FFF2-40B4-BE49-F238E27FC236}">
                <a16:creationId xmlns:a16="http://schemas.microsoft.com/office/drawing/2014/main" id="{857C5002-F89C-4B39-90B9-039AAA6AE0B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59" r="-1" b="-1"/>
          <a:stretch>
            <a:fillRect/>
          </a:stretch>
        </p:blipFill>
        <p:spPr>
          <a:xfrm>
            <a:off x="-3756" y="0"/>
            <a:ext cx="12188932" cy="68579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056F724-5E40-A002-E7B3-83972B56B60E}"/>
              </a:ext>
            </a:extLst>
          </p:cNvPr>
          <p:cNvSpPr txBox="1">
            <a:spLocks/>
          </p:cNvSpPr>
          <p:nvPr/>
        </p:nvSpPr>
        <p:spPr>
          <a:xfrm>
            <a:off x="622261" y="0"/>
            <a:ext cx="12061371" cy="321874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5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6000" dirty="0">
                <a:solidFill>
                  <a:srgbClr val="0070C0"/>
                </a:solidFill>
              </a:rPr>
              <a:t>COMPUTER ORGANISATION </a:t>
            </a:r>
          </a:p>
          <a:p>
            <a:r>
              <a:rPr lang="en-US" sz="6000" dirty="0">
                <a:solidFill>
                  <a:srgbClr val="0070C0"/>
                </a:solidFill>
              </a:rPr>
              <a:t>&amp; </a:t>
            </a:r>
          </a:p>
          <a:p>
            <a:r>
              <a:rPr lang="en-US" sz="6000" dirty="0">
                <a:solidFill>
                  <a:srgbClr val="0070C0"/>
                </a:solidFill>
              </a:rPr>
              <a:t>ARCHITECTURE</a:t>
            </a:r>
            <a:endParaRPr lang="en-IN" sz="6000" dirty="0">
              <a:solidFill>
                <a:srgbClr val="0070C0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55AEBFA-61F1-B05A-6FEA-843B2D3EFC8B}"/>
              </a:ext>
            </a:extLst>
          </p:cNvPr>
          <p:cNvSpPr txBox="1">
            <a:spLocks/>
          </p:cNvSpPr>
          <p:nvPr/>
        </p:nvSpPr>
        <p:spPr>
          <a:xfrm>
            <a:off x="6589836" y="4048283"/>
            <a:ext cx="4941173" cy="1447742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3600" dirty="0">
                <a:solidFill>
                  <a:srgbClr val="FF0000"/>
                </a:solidFill>
              </a:rPr>
              <a:t>PBCST404</a:t>
            </a:r>
          </a:p>
          <a:p>
            <a:pPr algn="r"/>
            <a:r>
              <a:rPr lang="en-US" sz="3600" dirty="0">
                <a:solidFill>
                  <a:srgbClr val="FF0000"/>
                </a:solidFill>
              </a:rPr>
              <a:t>MODULE 1 </a:t>
            </a:r>
          </a:p>
          <a:p>
            <a:pPr algn="r"/>
            <a:endParaRPr lang="en-IN" sz="3600" dirty="0">
              <a:solidFill>
                <a:srgbClr val="FF0000"/>
              </a:solidFill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12F22243-BAF3-8277-0E52-5A47FEAF0E7E}"/>
              </a:ext>
            </a:extLst>
          </p:cNvPr>
          <p:cNvSpPr txBox="1">
            <a:spLocks/>
          </p:cNvSpPr>
          <p:nvPr/>
        </p:nvSpPr>
        <p:spPr>
          <a:xfrm>
            <a:off x="6589836" y="5638616"/>
            <a:ext cx="4941173" cy="81292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7500" lnSpcReduction="20000"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None/>
              <a:defRPr sz="18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3600" dirty="0">
                <a:solidFill>
                  <a:srgbClr val="FF0000"/>
                </a:solidFill>
              </a:rPr>
              <a:t>DHANYA PG</a:t>
            </a:r>
          </a:p>
          <a:p>
            <a:pPr algn="r"/>
            <a:r>
              <a:rPr lang="en-US" sz="3600" dirty="0">
                <a:solidFill>
                  <a:srgbClr val="FF0000"/>
                </a:solidFill>
              </a:rPr>
              <a:t>Asst. Professor, </a:t>
            </a:r>
            <a:r>
              <a:rPr lang="en-US" sz="3600" dirty="0" err="1">
                <a:solidFill>
                  <a:srgbClr val="FF0000"/>
                </a:solidFill>
              </a:rPr>
              <a:t>cse</a:t>
            </a:r>
            <a:endParaRPr lang="en-IN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58257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1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6308-05AD-EAA6-6BF4-D12BFC034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11756"/>
            <a:ext cx="10353762" cy="1039528"/>
          </a:xfrm>
        </p:spPr>
        <p:txBody>
          <a:bodyPr>
            <a:normAutofit/>
          </a:bodyPr>
          <a:lstStyle/>
          <a:p>
            <a:r>
              <a:rPr lang="en-US" sz="4800" dirty="0"/>
              <a:t>BASIC OPERATIONAL CONCEPTS</a:t>
            </a:r>
            <a:endParaRPr lang="en-IN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27E72-4659-352D-A176-E69F73D00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057" y="1097280"/>
            <a:ext cx="11723914" cy="5351645"/>
          </a:xfrm>
        </p:spPr>
        <p:txBody>
          <a:bodyPr>
            <a:normAutofit lnSpcReduction="10000"/>
          </a:bodyPr>
          <a:lstStyle/>
          <a:p>
            <a:pPr marL="36900" indent="0">
              <a:buNone/>
            </a:pPr>
            <a:endParaRPr lang="en-IN" sz="3600" dirty="0">
              <a:effectLst/>
            </a:endParaRPr>
          </a:p>
          <a:p>
            <a:pPr marL="36900" indent="0">
              <a:buNone/>
            </a:pPr>
            <a:r>
              <a:rPr lang="en-IN" sz="3600" dirty="0">
                <a:effectLst/>
              </a:rPr>
              <a:t>How a Processor Executes a Program??</a:t>
            </a:r>
          </a:p>
          <a:p>
            <a:pPr lvl="1"/>
            <a:r>
              <a:rPr lang="en-US" sz="2800" dirty="0">
                <a:effectLst/>
              </a:rPr>
              <a:t>The Fetch, Decode, Execute Cycle with Memory</a:t>
            </a:r>
          </a:p>
          <a:p>
            <a:pPr lvl="1"/>
            <a:endParaRPr lang="en-US" sz="2400" dirty="0">
              <a:effectLst/>
            </a:endParaRPr>
          </a:p>
          <a:p>
            <a:r>
              <a:rPr lang="en-US" sz="3200" dirty="0">
                <a:effectLst/>
              </a:rPr>
              <a:t>A program is a list of instructions stored in the computer's memory.</a:t>
            </a:r>
          </a:p>
          <a:p>
            <a:r>
              <a:rPr lang="en-US" sz="3200" dirty="0">
                <a:effectLst/>
              </a:rPr>
              <a:t>The processor fetches instructions one by one from memory.</a:t>
            </a:r>
          </a:p>
          <a:p>
            <a:r>
              <a:rPr lang="en-US" sz="3200" dirty="0">
                <a:effectLst/>
              </a:rPr>
              <a:t>The data the instructions need (operands) are also stored in memory.</a:t>
            </a:r>
          </a:p>
          <a:p>
            <a:pPr marL="450000" lvl="1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78165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4E4BE7-4349-1049-0EEC-B3E2BACAAB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7314" y="39913"/>
            <a:ext cx="10167258" cy="6778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17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0C13A-55F6-23FD-A091-9426202AA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78" y="105878"/>
            <a:ext cx="11848699" cy="6593305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sz="3200" b="1" dirty="0">
                <a:effectLst/>
              </a:rPr>
              <a:t>Steps to Execute LOAD </a:t>
            </a:r>
            <a:r>
              <a:rPr lang="en-US" sz="3200" dirty="0">
                <a:effectLst/>
              </a:rPr>
              <a:t>R2, LOC </a:t>
            </a:r>
            <a:endParaRPr lang="en-US" sz="3200" b="1" dirty="0">
              <a:effectLst/>
            </a:endParaRPr>
          </a:p>
          <a:p>
            <a:r>
              <a:rPr lang="en-US" sz="3200" b="1" dirty="0">
                <a:effectLst/>
              </a:rPr>
              <a:t>Fetch:</a:t>
            </a:r>
            <a:r>
              <a:rPr lang="en-US" sz="3200" dirty="0">
                <a:effectLst/>
              </a:rPr>
              <a:t> Bring the instruction itself from memory into the processor.</a:t>
            </a:r>
          </a:p>
          <a:p>
            <a:r>
              <a:rPr lang="en-US" sz="3200" b="1" dirty="0">
                <a:effectLst/>
              </a:rPr>
              <a:t>Decode:</a:t>
            </a:r>
            <a:r>
              <a:rPr lang="en-US" sz="3200" dirty="0">
                <a:effectLst/>
              </a:rPr>
              <a:t> The Control Unit determines this is a "Load" operation.</a:t>
            </a:r>
          </a:p>
          <a:p>
            <a:r>
              <a:rPr lang="en-US" sz="3200" b="1" dirty="0">
                <a:effectLst/>
              </a:rPr>
              <a:t>Fetch Operand:</a:t>
            </a:r>
            <a:r>
              <a:rPr lang="en-US" sz="3200" dirty="0">
                <a:effectLst/>
              </a:rPr>
              <a:t> Get the data from memory address LOC.</a:t>
            </a:r>
          </a:p>
          <a:p>
            <a:r>
              <a:rPr lang="en-US" sz="3200" b="1" dirty="0">
                <a:effectLst/>
              </a:rPr>
              <a:t>Execute:</a:t>
            </a:r>
            <a:r>
              <a:rPr lang="en-US" sz="3200" dirty="0">
                <a:effectLst/>
              </a:rPr>
              <a:t> Store that data into register R2.</a:t>
            </a:r>
            <a:br>
              <a:rPr lang="en-US" sz="3200" dirty="0">
                <a:effectLst/>
              </a:rPr>
            </a:br>
            <a:endParaRPr lang="en-IN" sz="3200" dirty="0"/>
          </a:p>
        </p:txBody>
      </p:sp>
      <p:pic>
        <p:nvPicPr>
          <p:cNvPr id="7" name="Picture 6" descr="A diagram of a loading process&#10;&#10;AI-generated content may be incorrect.">
            <a:extLst>
              <a:ext uri="{FF2B5EF4-FFF2-40B4-BE49-F238E27FC236}">
                <a16:creationId xmlns:a16="http://schemas.microsoft.com/office/drawing/2014/main" id="{E81EBB42-39D4-061D-92CA-6D587362C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47" y="3788229"/>
            <a:ext cx="11666506" cy="306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584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6AB06-36CA-963B-5560-0C7938275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478971"/>
            <a:ext cx="11191119" cy="5856515"/>
          </a:xfrm>
        </p:spPr>
        <p:txBody>
          <a:bodyPr/>
          <a:lstStyle/>
          <a:p>
            <a:pPr marL="36900" indent="0">
              <a:buNone/>
            </a:pPr>
            <a:r>
              <a:rPr lang="en-US" sz="4400" dirty="0">
                <a:effectLst/>
              </a:rPr>
              <a:t>Eg:  Load R2, LOC</a:t>
            </a:r>
          </a:p>
          <a:p>
            <a:r>
              <a:rPr lang="en-US" sz="2800" b="1" dirty="0">
                <a:effectLst/>
              </a:rPr>
              <a:t>Meaning:</a:t>
            </a:r>
            <a:r>
              <a:rPr lang="en-US" sz="2800" dirty="0">
                <a:effectLst/>
              </a:rPr>
              <a:t> Copy the data from memory address LOC into processor register R2.</a:t>
            </a:r>
          </a:p>
          <a:p>
            <a:r>
              <a:rPr lang="en-US" sz="2800" b="1" dirty="0">
                <a:effectLst/>
              </a:rPr>
              <a:t>Key Point:</a:t>
            </a:r>
            <a:r>
              <a:rPr lang="en-US" sz="2800" dirty="0">
                <a:effectLst/>
              </a:rPr>
              <a:t> Memory is </a:t>
            </a:r>
            <a:r>
              <a:rPr lang="en-US" sz="2800" b="1" dirty="0">
                <a:effectLst/>
              </a:rPr>
              <a:t>read</a:t>
            </a:r>
            <a:r>
              <a:rPr lang="en-US" sz="2800" dirty="0">
                <a:effectLst/>
              </a:rPr>
              <a:t>; Register R2 is </a:t>
            </a:r>
            <a:r>
              <a:rPr lang="en-US" sz="2800" b="1" dirty="0">
                <a:effectLst/>
              </a:rPr>
              <a:t>overwritten</a:t>
            </a:r>
            <a:r>
              <a:rPr lang="en-US" dirty="0">
                <a:effectLst/>
              </a:rPr>
              <a:t>.</a:t>
            </a:r>
            <a:endParaRPr lang="en-IN" dirty="0"/>
          </a:p>
        </p:txBody>
      </p:sp>
      <p:pic>
        <p:nvPicPr>
          <p:cNvPr id="9" name="Picture 8" descr="A diagram of a diagram&#10;&#10;AI-generated content may be incorrect.">
            <a:extLst>
              <a:ext uri="{FF2B5EF4-FFF2-40B4-BE49-F238E27FC236}">
                <a16:creationId xmlns:a16="http://schemas.microsoft.com/office/drawing/2014/main" id="{6AF7963A-4413-C3F7-23EA-B15965223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40" y="3076047"/>
            <a:ext cx="11191119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619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0C4E6-74DB-16B8-30DF-52FCB090B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952" y="76199"/>
            <a:ext cx="11691990" cy="6612277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sz="3600" dirty="0">
                <a:effectLst/>
              </a:rPr>
              <a:t>Add R4, R2, R3</a:t>
            </a:r>
            <a:br>
              <a:rPr lang="en-US" sz="2800" dirty="0"/>
            </a:br>
            <a:r>
              <a:rPr lang="en-US" sz="2800" b="1" dirty="0">
                <a:effectLst/>
              </a:rPr>
              <a:t>Meaning:</a:t>
            </a:r>
            <a:r>
              <a:rPr lang="en-US" sz="2800" dirty="0">
                <a:effectLst/>
              </a:rPr>
              <a:t> R4 ← R2 + R3</a:t>
            </a:r>
          </a:p>
          <a:p>
            <a:r>
              <a:rPr lang="en-US" sz="2800" dirty="0">
                <a:effectLst/>
              </a:rPr>
              <a:t>After the operands have been loaded from memory into processor registers arithmetic &amp; logical operations can be performed.</a:t>
            </a:r>
          </a:p>
          <a:p>
            <a:r>
              <a:rPr lang="en-US" sz="2800" dirty="0">
                <a:effectLst/>
              </a:rPr>
              <a:t>Adds the contents of R2 and R3, places the sum in R4.</a:t>
            </a:r>
          </a:p>
          <a:p>
            <a:r>
              <a:rPr lang="en-US" sz="2800" dirty="0">
                <a:effectLst/>
              </a:rPr>
              <a:t>Operands (R2, R3) are </a:t>
            </a:r>
            <a:r>
              <a:rPr lang="en-US" sz="2800" b="1" dirty="0">
                <a:effectLst/>
              </a:rPr>
              <a:t>preserved</a:t>
            </a:r>
            <a:r>
              <a:rPr lang="en-US" sz="2800" dirty="0">
                <a:effectLst/>
              </a:rPr>
              <a:t>. Destination (R4) is </a:t>
            </a:r>
            <a:r>
              <a:rPr lang="en-US" sz="2800" b="1" dirty="0">
                <a:effectLst/>
              </a:rPr>
              <a:t>overwritten</a:t>
            </a:r>
            <a:r>
              <a:rPr lang="en-US" sz="2800" dirty="0">
                <a:effectLst/>
              </a:rPr>
              <a:t>.</a:t>
            </a:r>
            <a:endParaRPr lang="en-IN" sz="2800" dirty="0"/>
          </a:p>
        </p:txBody>
      </p:sp>
      <p:pic>
        <p:nvPicPr>
          <p:cNvPr id="6" name="Picture 5" descr="A diagram of a hexagon with a plus and a line&#10;&#10;AI-generated content may be incorrect.">
            <a:extLst>
              <a:ext uri="{FF2B5EF4-FFF2-40B4-BE49-F238E27FC236}">
                <a16:creationId xmlns:a16="http://schemas.microsoft.com/office/drawing/2014/main" id="{3BC0E787-BB74-30D0-7A42-7D22B867E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723" y="3429000"/>
            <a:ext cx="9391961" cy="3421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567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77DEB-6A70-46F4-74B1-1941C37BA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318499"/>
            <a:ext cx="11625943" cy="6236413"/>
          </a:xfrm>
        </p:spPr>
        <p:txBody>
          <a:bodyPr/>
          <a:lstStyle/>
          <a:p>
            <a:pPr marL="36900" indent="0">
              <a:buNone/>
            </a:pPr>
            <a:r>
              <a:rPr lang="en-US" sz="3600" dirty="0">
                <a:effectLst/>
              </a:rPr>
              <a:t>Store R4, LOC</a:t>
            </a:r>
          </a:p>
          <a:p>
            <a:r>
              <a:rPr lang="en-US" sz="2800" b="1" dirty="0">
                <a:effectLst/>
              </a:rPr>
              <a:t>Meaning:</a:t>
            </a:r>
            <a:r>
              <a:rPr lang="en-US" sz="2800" dirty="0">
                <a:effectLst/>
              </a:rPr>
              <a:t> Copy the data from register R4 to memory address LOC.</a:t>
            </a:r>
            <a:br>
              <a:rPr lang="en-US" sz="2800" dirty="0"/>
            </a:br>
            <a:r>
              <a:rPr lang="en-US" sz="2800" dirty="0">
                <a:effectLst/>
              </a:rPr>
              <a:t>Register R4 is </a:t>
            </a:r>
            <a:r>
              <a:rPr lang="en-US" sz="2800" b="1" dirty="0">
                <a:effectLst/>
              </a:rPr>
              <a:t>read/preserved</a:t>
            </a:r>
            <a:r>
              <a:rPr lang="en-US" sz="2800" dirty="0">
                <a:effectLst/>
              </a:rPr>
              <a:t>. Memory at LOC is </a:t>
            </a:r>
            <a:r>
              <a:rPr lang="en-US" sz="2800" b="1" dirty="0">
                <a:effectLst/>
              </a:rPr>
              <a:t>overwritten</a:t>
            </a:r>
            <a:r>
              <a:rPr lang="en-US" sz="2800" dirty="0">
                <a:effectLst/>
              </a:rPr>
              <a:t>.</a:t>
            </a:r>
          </a:p>
          <a:p>
            <a:endParaRPr lang="en-IN" dirty="0"/>
          </a:p>
        </p:txBody>
      </p:sp>
      <p:pic>
        <p:nvPicPr>
          <p:cNvPr id="7" name="Picture 6" descr="A black line with a black arrow pointing to the right&#10;&#10;AI-generated content may be incorrect.">
            <a:extLst>
              <a:ext uri="{FF2B5EF4-FFF2-40B4-BE49-F238E27FC236}">
                <a16:creationId xmlns:a16="http://schemas.microsoft.com/office/drawing/2014/main" id="{9A24FA4B-343C-6538-1835-C1362B209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49" y="2504338"/>
            <a:ext cx="12001702" cy="405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977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4BEC4-1A98-D491-E9A8-371460334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41" y="317634"/>
            <a:ext cx="11232682" cy="6073541"/>
          </a:xfrm>
        </p:spPr>
        <p:txBody>
          <a:bodyPr/>
          <a:lstStyle/>
          <a:p>
            <a:pPr marL="36900" indent="0">
              <a:buNone/>
            </a:pPr>
            <a:r>
              <a:rPr lang="en-US" sz="3600" b="1" dirty="0">
                <a:effectLst/>
              </a:rPr>
              <a:t>Initiating Memory Transfers (Load/Store)</a:t>
            </a:r>
          </a:p>
          <a:p>
            <a:pPr marL="36900" indent="0">
              <a:buNone/>
            </a:pPr>
            <a:r>
              <a:rPr lang="en-US" sz="2800" dirty="0">
                <a:effectLst/>
              </a:rPr>
              <a:t>For </a:t>
            </a:r>
            <a:r>
              <a:rPr lang="en-US" sz="2800" b="1" dirty="0">
                <a:effectLst/>
              </a:rPr>
              <a:t>Load</a:t>
            </a:r>
            <a:r>
              <a:rPr lang="en-US" sz="2800" dirty="0">
                <a:effectLst/>
              </a:rPr>
              <a:t> and </a:t>
            </a:r>
            <a:r>
              <a:rPr lang="en-US" sz="2800" b="1" dirty="0">
                <a:effectLst/>
              </a:rPr>
              <a:t>Store</a:t>
            </a:r>
            <a:r>
              <a:rPr lang="en-US" sz="2800" dirty="0">
                <a:effectLst/>
              </a:rPr>
              <a:t>, the processor must talk to the memory unit:</a:t>
            </a:r>
          </a:p>
          <a:p>
            <a:pPr lvl="1"/>
            <a:r>
              <a:rPr lang="en-US" sz="2400" dirty="0">
                <a:effectLst/>
              </a:rPr>
              <a:t>Send the </a:t>
            </a:r>
            <a:r>
              <a:rPr lang="en-US" sz="2400" b="1" dirty="0">
                <a:effectLst/>
              </a:rPr>
              <a:t>address</a:t>
            </a:r>
            <a:r>
              <a:rPr lang="en-US" sz="2400" dirty="0">
                <a:effectLst/>
              </a:rPr>
              <a:t> (e.g., LOC) to the memory.</a:t>
            </a:r>
          </a:p>
          <a:p>
            <a:pPr lvl="1"/>
            <a:r>
              <a:rPr lang="en-US" sz="2400" dirty="0">
                <a:effectLst/>
              </a:rPr>
              <a:t>Send the appropriate </a:t>
            </a:r>
            <a:r>
              <a:rPr lang="en-US" sz="2400" b="1" dirty="0">
                <a:effectLst/>
              </a:rPr>
              <a:t>control signal</a:t>
            </a:r>
            <a:r>
              <a:rPr lang="en-US" sz="2400" dirty="0">
                <a:effectLst/>
              </a:rPr>
              <a:t> (Read or Write).</a:t>
            </a:r>
          </a:p>
          <a:p>
            <a:pPr lvl="1"/>
            <a:r>
              <a:rPr lang="en-US" sz="2400" dirty="0">
                <a:effectLst/>
              </a:rPr>
              <a:t>Transfer the </a:t>
            </a:r>
            <a:r>
              <a:rPr lang="en-US" sz="2400" b="1" dirty="0">
                <a:effectLst/>
              </a:rPr>
              <a:t>data</a:t>
            </a:r>
            <a:r>
              <a:rPr lang="en-US" sz="2400" dirty="0">
                <a:effectLst/>
              </a:rPr>
              <a:t> (to processor for Load, from processor for Store).</a:t>
            </a:r>
          </a:p>
          <a:p>
            <a:endParaRPr lang="en-IN" dirty="0"/>
          </a:p>
        </p:txBody>
      </p:sp>
      <p:pic>
        <p:nvPicPr>
          <p:cNvPr id="5" name="Picture 4" descr="A diagram of a bus&#10;&#10;AI-generated content may be incorrect.">
            <a:extLst>
              <a:ext uri="{FF2B5EF4-FFF2-40B4-BE49-F238E27FC236}">
                <a16:creationId xmlns:a16="http://schemas.microsoft.com/office/drawing/2014/main" id="{47DA92F7-9E91-F9B6-2CC7-82DED90B0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580" y="3134239"/>
            <a:ext cx="7971592" cy="362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376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4418D-0A8A-CC72-858C-2E282E030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66" y="2022681"/>
            <a:ext cx="2862943" cy="2443442"/>
          </a:xfrm>
        </p:spPr>
        <p:txBody>
          <a:bodyPr vert="horz">
            <a:normAutofit/>
          </a:bodyPr>
          <a:lstStyle/>
          <a:p>
            <a:pPr marL="36900" indent="0" algn="ctr">
              <a:buNone/>
            </a:pPr>
            <a:r>
              <a:rPr lang="en-US" sz="3600" dirty="0"/>
              <a:t>Processor Components &amp; Memory Interface</a:t>
            </a:r>
            <a:endParaRPr lang="en-IN" sz="3600" dirty="0"/>
          </a:p>
        </p:txBody>
      </p:sp>
      <p:pic>
        <p:nvPicPr>
          <p:cNvPr id="5" name="Picture 4" descr="A diagram of a computer&#10;&#10;AI-generated content may be incorrect.">
            <a:extLst>
              <a:ext uri="{FF2B5EF4-FFF2-40B4-BE49-F238E27FC236}">
                <a16:creationId xmlns:a16="http://schemas.microsoft.com/office/drawing/2014/main" id="{2F6DF06D-A092-C2D1-19F3-1D41815A3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886" y="0"/>
            <a:ext cx="9133114" cy="685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544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92EC4-31C7-8A3F-4C43-AAAC3287A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632" y="356135"/>
            <a:ext cx="11733195" cy="6429675"/>
          </a:xfrm>
        </p:spPr>
        <p:txBody>
          <a:bodyPr>
            <a:normAutofit/>
          </a:bodyPr>
          <a:lstStyle/>
          <a:p>
            <a:r>
              <a:rPr lang="en-US" sz="2800" dirty="0">
                <a:effectLst/>
              </a:rPr>
              <a:t>The processor contains several key components</a:t>
            </a:r>
          </a:p>
          <a:p>
            <a:pPr lvl="1"/>
            <a:r>
              <a:rPr lang="en-US" sz="2000" dirty="0">
                <a:effectLst/>
              </a:rPr>
              <a:t>Arithmetic Logic Unit (ALU)</a:t>
            </a:r>
          </a:p>
          <a:p>
            <a:pPr lvl="1"/>
            <a:r>
              <a:rPr lang="en-US" sz="2000" dirty="0">
                <a:effectLst/>
              </a:rPr>
              <a:t>Control Circuitry</a:t>
            </a:r>
          </a:p>
          <a:p>
            <a:pPr lvl="1"/>
            <a:r>
              <a:rPr lang="en-US" sz="2000" dirty="0">
                <a:effectLst/>
              </a:rPr>
              <a:t>Specialized Registers</a:t>
            </a:r>
          </a:p>
          <a:p>
            <a:pPr lvl="1"/>
            <a:r>
              <a:rPr lang="en-US" sz="2000" dirty="0">
                <a:effectLst/>
              </a:rPr>
              <a:t>General-Purpose Registers</a:t>
            </a:r>
          </a:p>
          <a:p>
            <a:pPr lvl="1"/>
            <a:endParaRPr lang="en-IN" dirty="0"/>
          </a:p>
          <a:p>
            <a:pPr marL="36900" indent="0">
              <a:buNone/>
            </a:pPr>
            <a:r>
              <a:rPr lang="en-IN" sz="2400" b="1" dirty="0">
                <a:effectLst/>
              </a:rPr>
              <a:t>Specialized Processor Registers</a:t>
            </a:r>
          </a:p>
          <a:p>
            <a:pPr marL="36900" indent="0">
              <a:buNone/>
            </a:pPr>
            <a:r>
              <a:rPr lang="en-IN" b="1" dirty="0">
                <a:effectLst/>
              </a:rPr>
              <a:t> </a:t>
            </a:r>
          </a:p>
          <a:p>
            <a:pPr marL="414000" lvl="1" indent="0">
              <a:buNone/>
            </a:pPr>
            <a:r>
              <a:rPr lang="en-US" b="1" dirty="0">
                <a:effectLst/>
              </a:rPr>
              <a:t>INSTRUCTION REGISTER (IR)</a:t>
            </a:r>
            <a:endParaRPr lang="en-US" dirty="0">
              <a:effectLst/>
            </a:endParaRPr>
          </a:p>
          <a:p>
            <a:pPr lvl="1"/>
            <a:r>
              <a:rPr lang="en-US" dirty="0">
                <a:effectLst/>
              </a:rPr>
              <a:t>Holds the instruction currently being executed</a:t>
            </a:r>
          </a:p>
          <a:p>
            <a:pPr lvl="1"/>
            <a:r>
              <a:rPr lang="en-US" dirty="0">
                <a:effectLst/>
              </a:rPr>
              <a:t>IR makes the control circuits to generate timing signals for execution</a:t>
            </a:r>
          </a:p>
          <a:p>
            <a:pPr lvl="1"/>
            <a:r>
              <a:rPr lang="en-US" dirty="0">
                <a:effectLst/>
              </a:rPr>
              <a:t>Once fetched from memory, the instruction is placed in IR.</a:t>
            </a:r>
          </a:p>
          <a:p>
            <a:pPr lvl="1"/>
            <a:r>
              <a:rPr lang="en-US" dirty="0">
                <a:effectLst/>
              </a:rPr>
              <a:t>IR is the primary driver of control flow inside the CPU</a:t>
            </a:r>
          </a:p>
          <a:p>
            <a:endParaRPr lang="en-IN" dirty="0">
              <a:effectLst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7712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4DC80-45F9-8972-4E57-0E5532CEB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587141"/>
            <a:ext cx="10353762" cy="5204059"/>
          </a:xfrm>
        </p:spPr>
        <p:txBody>
          <a:bodyPr>
            <a:normAutofit lnSpcReduction="10000"/>
          </a:bodyPr>
          <a:lstStyle/>
          <a:p>
            <a:pPr marL="36900" indent="0">
              <a:buNone/>
            </a:pPr>
            <a:r>
              <a:rPr lang="en-US" sz="2400" dirty="0"/>
              <a:t>PROGRAM COUNTER</a:t>
            </a:r>
          </a:p>
          <a:p>
            <a:endParaRPr lang="en-US" sz="2400" dirty="0"/>
          </a:p>
          <a:p>
            <a:r>
              <a:rPr lang="en-IN" sz="2400" dirty="0"/>
              <a:t>Contains the memory address of the next instruction to be fetched and executed</a:t>
            </a:r>
          </a:p>
          <a:p>
            <a:r>
              <a:rPr lang="en-IN" sz="2400" dirty="0"/>
              <a:t>Instruction Pointer – points to the next instruction</a:t>
            </a:r>
          </a:p>
          <a:p>
            <a:endParaRPr lang="en-IN" sz="2400" dirty="0"/>
          </a:p>
          <a:p>
            <a:pPr marL="36900" indent="0">
              <a:buNone/>
            </a:pPr>
            <a:r>
              <a:rPr lang="en-IN" sz="2400" dirty="0"/>
              <a:t>GENERAL PURPOSE REGISTERS (R0 to Rn-1)</a:t>
            </a:r>
          </a:p>
          <a:p>
            <a:pPr marL="36900" indent="0">
              <a:buNone/>
            </a:pPr>
            <a:endParaRPr lang="en-IN" sz="2400" dirty="0"/>
          </a:p>
          <a:p>
            <a:r>
              <a:rPr lang="en-IN" sz="2400" dirty="0"/>
              <a:t>Called as processor registers</a:t>
            </a:r>
          </a:p>
          <a:p>
            <a:r>
              <a:rPr lang="en-IN" sz="2400" dirty="0"/>
              <a:t>Fast storage locations</a:t>
            </a:r>
          </a:p>
          <a:p>
            <a:r>
              <a:rPr lang="en-IN" sz="2400" dirty="0"/>
              <a:t>Temporarily stores data and addresses while CPU executes instructions</a:t>
            </a:r>
          </a:p>
          <a:p>
            <a:endParaRPr lang="en-IN" sz="2400" dirty="0"/>
          </a:p>
          <a:p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51021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93F6D-9EAC-EC5E-79B8-E80CEF670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587141"/>
            <a:ext cx="10353762" cy="5765533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sz="2800" dirty="0"/>
              <a:t>PROCESSOR- MEMORY INTERFACE</a:t>
            </a:r>
          </a:p>
          <a:p>
            <a:pPr marL="36900" indent="0">
              <a:buNone/>
            </a:pPr>
            <a:endParaRPr lang="en-US" sz="2800" dirty="0"/>
          </a:p>
          <a:p>
            <a:r>
              <a:rPr lang="en-US" sz="2800" dirty="0"/>
              <a:t>Control circuits which manages the transfer of data between the main memory and the processor.</a:t>
            </a:r>
          </a:p>
          <a:p>
            <a:r>
              <a:rPr lang="en-US" sz="2800" dirty="0"/>
              <a:t>If a word is to be read from the memory , the interface sends the address of that word to the memory along with a Read control signal.</a:t>
            </a:r>
          </a:p>
          <a:p>
            <a:r>
              <a:rPr lang="en-US" sz="2800" dirty="0"/>
              <a:t>The interface waits for the word to be retrieved , then transfers it to the appropriate processor register. 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15395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FD21AFCE-629D-CB7A-EFAC-DA27E3722D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3337" y="48923"/>
            <a:ext cx="10345325" cy="680907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3943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5CB840F-8E41-4CA5-B79B-25CC80AD2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BF620FA-C733-3893-58EF-112FA9816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9" y="330132"/>
            <a:ext cx="5021422" cy="5884401"/>
          </a:xfrm>
        </p:spPr>
        <p:txBody>
          <a:bodyPr anchor="t">
            <a:noAutofit/>
          </a:bodyPr>
          <a:lstStyle/>
          <a:p>
            <a:pPr marL="36900" indent="0">
              <a:buNone/>
            </a:pPr>
            <a:r>
              <a:rPr lang="en-US" sz="23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MAR :- MEMORY ADDRESS REGISTER</a:t>
            </a:r>
          </a:p>
          <a:p>
            <a:endParaRPr lang="en-US" sz="2300" dirty="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</a:endParaRPr>
          </a:p>
          <a:p>
            <a:r>
              <a:rPr lang="en-US" sz="23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It holds the address of the location to be accessed</a:t>
            </a:r>
          </a:p>
          <a:p>
            <a:endParaRPr lang="en-US" sz="2300" dirty="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</a:endParaRPr>
          </a:p>
          <a:p>
            <a:pPr marL="36900" indent="0">
              <a:buNone/>
            </a:pPr>
            <a:r>
              <a:rPr lang="en-US" sz="23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MDR :- MEMORY DATA REGISTER</a:t>
            </a:r>
          </a:p>
          <a:p>
            <a:endParaRPr lang="en-US" sz="2300" dirty="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</a:endParaRPr>
          </a:p>
          <a:p>
            <a:r>
              <a:rPr lang="en-US" sz="23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 It contains the data to written into or read out of the address location.</a:t>
            </a:r>
          </a:p>
          <a:p>
            <a:endParaRPr lang="en-US" sz="2300" dirty="0">
              <a:ln>
                <a:solidFill>
                  <a:srgbClr val="404040">
                    <a:alpha val="10000"/>
                  </a:srgbClr>
                </a:solidFill>
              </a:ln>
              <a:solidFill>
                <a:srgbClr val="DADADA"/>
              </a:solidFill>
            </a:endParaRPr>
          </a:p>
          <a:p>
            <a:r>
              <a:rPr lang="en-US" sz="23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MAR &amp; MDR facilitates the communication with the memory</a:t>
            </a:r>
          </a:p>
        </p:txBody>
      </p:sp>
      <p:pic>
        <p:nvPicPr>
          <p:cNvPr id="5" name="Content Placeholder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9D35F4A1-F750-80BC-AC1A-7BE44C25B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8251" y="330132"/>
            <a:ext cx="6963749" cy="619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944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C6164-94E9-A98E-9308-6A70E1C6A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379" y="288759"/>
            <a:ext cx="11829447" cy="6497052"/>
          </a:xfrm>
        </p:spPr>
        <p:txBody>
          <a:bodyPr>
            <a:normAutofit lnSpcReduction="10000"/>
          </a:bodyPr>
          <a:lstStyle/>
          <a:p>
            <a:pPr marL="36900" indent="0">
              <a:buNone/>
            </a:pPr>
            <a:r>
              <a:rPr lang="en-US" sz="2800" dirty="0"/>
              <a:t>FETCH CYCLE</a:t>
            </a:r>
          </a:p>
          <a:p>
            <a:endParaRPr lang="en-US" sz="2800" dirty="0"/>
          </a:p>
          <a:p>
            <a:r>
              <a:rPr lang="en-US" sz="2800" dirty="0"/>
              <a:t>Programs reside in the memory, entered through input devices </a:t>
            </a:r>
          </a:p>
          <a:p>
            <a:r>
              <a:rPr lang="en-US" sz="2800" dirty="0"/>
              <a:t>PC (Program counter) has address of the first instruction or next instruction to be executed </a:t>
            </a:r>
          </a:p>
          <a:p>
            <a:r>
              <a:rPr lang="en-US" sz="2800" dirty="0"/>
              <a:t>The contents of PC are transferred to MAR (Memory Address Register) and send over system bus to memory </a:t>
            </a:r>
          </a:p>
          <a:p>
            <a:r>
              <a:rPr lang="en-US" sz="2800" dirty="0"/>
              <a:t>A Read signal is sent to the memory by control unit </a:t>
            </a:r>
          </a:p>
          <a:p>
            <a:r>
              <a:rPr lang="en-US" sz="2800" dirty="0"/>
              <a:t>The instruction (addressed word) is fetched and loaded into MDR (Memory Data Register) after duration of memory access time </a:t>
            </a:r>
          </a:p>
          <a:p>
            <a:r>
              <a:rPr lang="en-US" sz="2800" dirty="0"/>
              <a:t>The contents of MDR transferred to IR (Instruction Register) </a:t>
            </a:r>
          </a:p>
          <a:p>
            <a:r>
              <a:rPr lang="en-US" sz="2800" dirty="0"/>
              <a:t>Now the instruction is ready to be decoded and executed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6672387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6229A-7AF3-D778-9214-016C059EB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015" y="452387"/>
            <a:ext cx="10728542" cy="6035040"/>
          </a:xfrm>
        </p:spPr>
        <p:txBody>
          <a:bodyPr>
            <a:normAutofit/>
          </a:bodyPr>
          <a:lstStyle/>
          <a:p>
            <a:pPr marL="36900" indent="0" algn="just">
              <a:buNone/>
            </a:pPr>
            <a:r>
              <a:rPr lang="en-US" sz="2800" dirty="0"/>
              <a:t>EXECUTION CYCLE</a:t>
            </a:r>
          </a:p>
          <a:p>
            <a:pPr algn="just"/>
            <a:endParaRPr lang="en-US" sz="2800" dirty="0"/>
          </a:p>
          <a:p>
            <a:pPr algn="just"/>
            <a:r>
              <a:rPr lang="en-US" sz="2800" dirty="0"/>
              <a:t>Get operands for ALU from: </a:t>
            </a:r>
          </a:p>
          <a:p>
            <a:pPr lvl="1" algn="just"/>
            <a:r>
              <a:rPr lang="en-US" sz="2400" dirty="0"/>
              <a:t>General-purpose register (R0, … Rn-1) </a:t>
            </a:r>
          </a:p>
          <a:p>
            <a:pPr lvl="1" algn="just"/>
            <a:r>
              <a:rPr lang="en-US" sz="2400" dirty="0"/>
              <a:t>Memory (address to MAR, Read from memory, data to MDR, to ALU) </a:t>
            </a:r>
          </a:p>
          <a:p>
            <a:pPr algn="just"/>
            <a:r>
              <a:rPr lang="en-US" sz="2800" dirty="0"/>
              <a:t>Perform operation in ALU </a:t>
            </a:r>
          </a:p>
          <a:p>
            <a:pPr algn="just"/>
            <a:r>
              <a:rPr lang="en-US" sz="2800" dirty="0"/>
              <a:t>Store the result back to: </a:t>
            </a:r>
          </a:p>
          <a:p>
            <a:pPr lvl="1" algn="just"/>
            <a:r>
              <a:rPr lang="en-US" sz="2400" dirty="0"/>
              <a:t>General-purpose register (R0, … Rn-1) </a:t>
            </a:r>
          </a:p>
          <a:p>
            <a:pPr lvl="1" algn="just"/>
            <a:r>
              <a:rPr lang="en-US" sz="2400" dirty="0"/>
              <a:t>Memory (address to MAR, result to MDR, Write to memory) </a:t>
            </a:r>
          </a:p>
          <a:p>
            <a:pPr algn="just"/>
            <a:r>
              <a:rPr lang="en-US" sz="2800" dirty="0"/>
              <a:t>During the execution, PC is incremented to point to the next instruction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207462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654E4-90E2-94ED-4EC8-EE1C706B4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238" y="2261839"/>
            <a:ext cx="7950655" cy="2464166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sz="11500" dirty="0">
                <a:latin typeface="Modern Love" panose="04090805081005020601" pitchFamily="82" charset="0"/>
              </a:rPr>
              <a:t>Thankyou</a:t>
            </a:r>
            <a:endParaRPr lang="en-IN" sz="11500" dirty="0">
              <a:latin typeface="Modern Love" panose="04090805081005020601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1030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238</TotalTime>
  <Words>724</Words>
  <Application>Microsoft Office PowerPoint</Application>
  <PresentationFormat>Widescreen</PresentationFormat>
  <Paragraphs>93</Paragraphs>
  <Slides>17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Calisto MT</vt:lpstr>
      <vt:lpstr>Modern Love</vt:lpstr>
      <vt:lpstr>Wingdings 2</vt:lpstr>
      <vt:lpstr>Slate</vt:lpstr>
      <vt:lpstr>PowerPoint Presentation</vt:lpstr>
      <vt:lpstr>BASIC OPERATIONAL CONCEPTS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DHANYA P G</dc:creator>
  <cp:lastModifiedBy>DHANYA P G</cp:lastModifiedBy>
  <cp:revision>1</cp:revision>
  <dcterms:created xsi:type="dcterms:W3CDTF">2025-12-10T03:48:17Z</dcterms:created>
  <dcterms:modified xsi:type="dcterms:W3CDTF">2025-12-15T17:48:13Z</dcterms:modified>
</cp:coreProperties>
</file>