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71" r:id="rId5"/>
    <p:sldId id="272" r:id="rId6"/>
    <p:sldId id="270" r:id="rId7"/>
    <p:sldId id="261" r:id="rId8"/>
    <p:sldId id="259" r:id="rId9"/>
    <p:sldId id="260" r:id="rId10"/>
    <p:sldId id="262" r:id="rId11"/>
    <p:sldId id="263" r:id="rId12"/>
    <p:sldId id="285" r:id="rId13"/>
    <p:sldId id="265" r:id="rId14"/>
    <p:sldId id="264" r:id="rId15"/>
    <p:sldId id="267" r:id="rId16"/>
    <p:sldId id="266" r:id="rId17"/>
    <p:sldId id="268" r:id="rId18"/>
    <p:sldId id="286" r:id="rId19"/>
    <p:sldId id="269" r:id="rId20"/>
    <p:sldId id="274" r:id="rId21"/>
    <p:sldId id="273" r:id="rId22"/>
    <p:sldId id="275" r:id="rId23"/>
    <p:sldId id="276" r:id="rId24"/>
    <p:sldId id="277" r:id="rId25"/>
    <p:sldId id="287" r:id="rId26"/>
    <p:sldId id="279" r:id="rId27"/>
    <p:sldId id="280" r:id="rId28"/>
    <p:sldId id="278" r:id="rId29"/>
    <p:sldId id="281" r:id="rId30"/>
    <p:sldId id="282" r:id="rId31"/>
    <p:sldId id="283" r:id="rId32"/>
    <p:sldId id="28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50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105E5-FF29-41DF-A155-A4C20CC04609}" v="140" dt="2025-12-09T06:15:30.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68"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YA P G" userId="73d2de28e2edb29c" providerId="LiveId" clId="{8DF766A0-08F5-4AC7-8AC9-C544E3ECA56B}"/>
    <pc:docChg chg="undo redo custSel addSld delSld modSld sldOrd addMainMaster delMainMaster">
      <pc:chgData name="DHANYA P G" userId="73d2de28e2edb29c" providerId="LiveId" clId="{8DF766A0-08F5-4AC7-8AC9-C544E3ECA56B}" dt="2025-12-09T06:15:43.583" v="1515" actId="1076"/>
      <pc:docMkLst>
        <pc:docMk/>
      </pc:docMkLst>
      <pc:sldChg chg="addSp delSp modSp new mod modMedia setBg modClrScheme addAnim delAnim setClrOvrMap chgLayout">
        <pc:chgData name="DHANYA P G" userId="73d2de28e2edb29c" providerId="LiveId" clId="{8DF766A0-08F5-4AC7-8AC9-C544E3ECA56B}" dt="2025-12-02T19:10:31.644" v="691" actId="20577"/>
        <pc:sldMkLst>
          <pc:docMk/>
          <pc:sldMk cId="1204832374" sldId="256"/>
        </pc:sldMkLst>
        <pc:spChg chg="mod">
          <ac:chgData name="DHANYA P G" userId="73d2de28e2edb29c" providerId="LiveId" clId="{8DF766A0-08F5-4AC7-8AC9-C544E3ECA56B}" dt="2025-11-21T06:04:56.586" v="158" actId="313"/>
          <ac:spMkLst>
            <pc:docMk/>
            <pc:sldMk cId="1204832374" sldId="256"/>
            <ac:spMk id="2" creationId="{C4CB8E63-CC53-3D7C-851B-1BE08BF5532C}"/>
          </ac:spMkLst>
        </pc:spChg>
        <pc:spChg chg="mod">
          <ac:chgData name="DHANYA P G" userId="73d2de28e2edb29c" providerId="LiveId" clId="{8DF766A0-08F5-4AC7-8AC9-C544E3ECA56B}" dt="2025-12-02T19:10:31.644" v="691" actId="20577"/>
          <ac:spMkLst>
            <pc:docMk/>
            <pc:sldMk cId="1204832374" sldId="256"/>
            <ac:spMk id="3" creationId="{D951CDCD-0EBC-4260-9CDF-3CB8CA54B3CC}"/>
          </ac:spMkLst>
        </pc:spChg>
        <pc:spChg chg="add mod">
          <ac:chgData name="DHANYA P G" userId="73d2de28e2edb29c" providerId="LiveId" clId="{8DF766A0-08F5-4AC7-8AC9-C544E3ECA56B}" dt="2025-12-02T19:10:02.278" v="676" actId="1076"/>
          <ac:spMkLst>
            <pc:docMk/>
            <pc:sldMk cId="1204832374" sldId="256"/>
            <ac:spMk id="5" creationId="{6B9B9FC8-9CF7-B586-68B6-3D21761B0431}"/>
          </ac:spMkLst>
        </pc:spChg>
        <pc:spChg chg="add">
          <ac:chgData name="DHANYA P G" userId="73d2de28e2edb29c" providerId="LiveId" clId="{8DF766A0-08F5-4AC7-8AC9-C544E3ECA56B}" dt="2025-11-20T14:36:56.519" v="45" actId="26606"/>
          <ac:spMkLst>
            <pc:docMk/>
            <pc:sldMk cId="1204832374" sldId="256"/>
            <ac:spMk id="14" creationId="{19F9BF86-FE94-4517-B97D-026C7515E589}"/>
          </ac:spMkLst>
        </pc:spChg>
        <pc:spChg chg="add">
          <ac:chgData name="DHANYA P G" userId="73d2de28e2edb29c" providerId="LiveId" clId="{8DF766A0-08F5-4AC7-8AC9-C544E3ECA56B}" dt="2025-11-20T14:36:56.519" v="45" actId="26606"/>
          <ac:spMkLst>
            <pc:docMk/>
            <pc:sldMk cId="1204832374" sldId="256"/>
            <ac:spMk id="16" creationId="{122AB34F-E75C-451A-8410-05B6C249E9D3}"/>
          </ac:spMkLst>
        </pc:spChg>
        <pc:picChg chg="add">
          <ac:chgData name="DHANYA P G" userId="73d2de28e2edb29c" providerId="LiveId" clId="{8DF766A0-08F5-4AC7-8AC9-C544E3ECA56B}" dt="2025-11-20T14:36:56.519" v="45" actId="26606"/>
          <ac:picMkLst>
            <pc:docMk/>
            <pc:sldMk cId="1204832374" sldId="256"/>
            <ac:picMk id="15" creationId="{CCA3BC70-39A5-3DF7-8F89-09AF555946BA}"/>
          </ac:picMkLst>
        </pc:picChg>
        <pc:cxnChg chg="add">
          <ac:chgData name="DHANYA P G" userId="73d2de28e2edb29c" providerId="LiveId" clId="{8DF766A0-08F5-4AC7-8AC9-C544E3ECA56B}" dt="2025-11-20T14:36:56.519" v="45" actId="26606"/>
          <ac:cxnSpMkLst>
            <pc:docMk/>
            <pc:sldMk cId="1204832374" sldId="256"/>
            <ac:cxnSpMk id="13" creationId="{97CC2FE6-3AD0-4131-B4BC-1F4D65E25E13}"/>
          </ac:cxnSpMkLst>
        </pc:cxnChg>
      </pc:sldChg>
      <pc:sldChg chg="addSp delSp modSp new mod setBg">
        <pc:chgData name="DHANYA P G" userId="73d2de28e2edb29c" providerId="LiveId" clId="{8DF766A0-08F5-4AC7-8AC9-C544E3ECA56B}" dt="2025-11-21T13:51:34.085" v="185" actId="1076"/>
        <pc:sldMkLst>
          <pc:docMk/>
          <pc:sldMk cId="2791760275" sldId="257"/>
        </pc:sldMkLst>
        <pc:spChg chg="mod">
          <ac:chgData name="DHANYA P G" userId="73d2de28e2edb29c" providerId="LiveId" clId="{8DF766A0-08F5-4AC7-8AC9-C544E3ECA56B}" dt="2025-11-21T05:52:26.788" v="79" actId="26606"/>
          <ac:spMkLst>
            <pc:docMk/>
            <pc:sldMk cId="2791760275" sldId="257"/>
            <ac:spMk id="2" creationId="{E447DE94-9AB4-A628-82CF-57A5E4CD3252}"/>
          </ac:spMkLst>
        </pc:spChg>
        <pc:picChg chg="add mod ord">
          <ac:chgData name="DHANYA P G" userId="73d2de28e2edb29c" providerId="LiveId" clId="{8DF766A0-08F5-4AC7-8AC9-C544E3ECA56B}" dt="2025-11-21T13:51:34.085" v="185" actId="1076"/>
          <ac:picMkLst>
            <pc:docMk/>
            <pc:sldMk cId="2791760275" sldId="257"/>
            <ac:picMk id="5" creationId="{40652D3F-4C9C-9400-F93D-7B7445150565}"/>
          </ac:picMkLst>
        </pc:picChg>
      </pc:sldChg>
      <pc:sldChg chg="addSp delSp modSp new mod setBg">
        <pc:chgData name="DHANYA P G" userId="73d2de28e2edb29c" providerId="LiveId" clId="{8DF766A0-08F5-4AC7-8AC9-C544E3ECA56B}" dt="2025-12-02T19:12:52.562" v="696" actId="207"/>
        <pc:sldMkLst>
          <pc:docMk/>
          <pc:sldMk cId="3460340093" sldId="258"/>
        </pc:sldMkLst>
        <pc:spChg chg="mod">
          <ac:chgData name="DHANYA P G" userId="73d2de28e2edb29c" providerId="LiveId" clId="{8DF766A0-08F5-4AC7-8AC9-C544E3ECA56B}" dt="2025-11-30T09:18:57.924" v="557" actId="1076"/>
          <ac:spMkLst>
            <pc:docMk/>
            <pc:sldMk cId="3460340093" sldId="258"/>
            <ac:spMk id="2" creationId="{B8478197-7022-1147-C15E-ACE7AC843E72}"/>
          </ac:spMkLst>
        </pc:spChg>
        <pc:spChg chg="add">
          <ac:chgData name="DHANYA P G" userId="73d2de28e2edb29c" providerId="LiveId" clId="{8DF766A0-08F5-4AC7-8AC9-C544E3ECA56B}" dt="2025-11-30T09:18:32.501" v="556" actId="26606"/>
          <ac:spMkLst>
            <pc:docMk/>
            <pc:sldMk cId="3460340093" sldId="258"/>
            <ac:spMk id="16" creationId="{A637580D-1176-4083-A9A1-BD8ED08996EC}"/>
          </ac:spMkLst>
        </pc:spChg>
        <pc:graphicFrameChg chg="add mod modGraphic">
          <ac:chgData name="DHANYA P G" userId="73d2de28e2edb29c" providerId="LiveId" clId="{8DF766A0-08F5-4AC7-8AC9-C544E3ECA56B}" dt="2025-12-02T19:12:52.562" v="696" actId="207"/>
          <ac:graphicFrameMkLst>
            <pc:docMk/>
            <pc:sldMk cId="3460340093" sldId="258"/>
            <ac:graphicFrameMk id="5" creationId="{977F92A3-25B7-59CC-4E41-05A53C41C0F8}"/>
          </ac:graphicFrameMkLst>
        </pc:graphicFrameChg>
        <pc:cxnChg chg="add">
          <ac:chgData name="DHANYA P G" userId="73d2de28e2edb29c" providerId="LiveId" clId="{8DF766A0-08F5-4AC7-8AC9-C544E3ECA56B}" dt="2025-11-30T09:18:32.501" v="556" actId="26606"/>
          <ac:cxnSpMkLst>
            <pc:docMk/>
            <pc:sldMk cId="3460340093" sldId="258"/>
            <ac:cxnSpMk id="18" creationId="{B9C96FDC-E4C2-7D8A-44BA-572E7CD9E899}"/>
          </ac:cxnSpMkLst>
        </pc:cxnChg>
      </pc:sldChg>
      <pc:sldChg chg="addSp delSp modSp new mod setBg">
        <pc:chgData name="DHANYA P G" userId="73d2de28e2edb29c" providerId="LiveId" clId="{8DF766A0-08F5-4AC7-8AC9-C544E3ECA56B}" dt="2025-11-30T09:23:24.242" v="591"/>
        <pc:sldMkLst>
          <pc:docMk/>
          <pc:sldMk cId="2628460639" sldId="259"/>
        </pc:sldMkLst>
        <pc:spChg chg="mod">
          <ac:chgData name="DHANYA P G" userId="73d2de28e2edb29c" providerId="LiveId" clId="{8DF766A0-08F5-4AC7-8AC9-C544E3ECA56B}" dt="2025-11-30T09:20:39.553" v="571" actId="1076"/>
          <ac:spMkLst>
            <pc:docMk/>
            <pc:sldMk cId="2628460639" sldId="259"/>
            <ac:spMk id="2" creationId="{5CF8F9A3-DB4E-1358-EEF6-9715829A2DEF}"/>
          </ac:spMkLst>
        </pc:spChg>
        <pc:spChg chg="add">
          <ac:chgData name="DHANYA P G" userId="73d2de28e2edb29c" providerId="LiveId" clId="{8DF766A0-08F5-4AC7-8AC9-C544E3ECA56B}" dt="2025-11-30T09:20:15.508" v="567" actId="26606"/>
          <ac:spMkLst>
            <pc:docMk/>
            <pc:sldMk cId="2628460639" sldId="259"/>
            <ac:spMk id="6" creationId="{DBDA151C-5770-45E4-AAFF-59E7F403866D}"/>
          </ac:spMkLst>
        </pc:spChg>
        <pc:graphicFrameChg chg="add mod modGraphic">
          <ac:chgData name="DHANYA P G" userId="73d2de28e2edb29c" providerId="LiveId" clId="{8DF766A0-08F5-4AC7-8AC9-C544E3ECA56B}" dt="2025-11-30T09:23:24.242" v="591"/>
          <ac:graphicFrameMkLst>
            <pc:docMk/>
            <pc:sldMk cId="2628460639" sldId="259"/>
            <ac:graphicFrameMk id="8" creationId="{79073AA7-FAD3-7487-7E97-9D436A7C3588}"/>
          </ac:graphicFrameMkLst>
        </pc:graphicFrameChg>
        <pc:cxnChg chg="add">
          <ac:chgData name="DHANYA P G" userId="73d2de28e2edb29c" providerId="LiveId" clId="{8DF766A0-08F5-4AC7-8AC9-C544E3ECA56B}" dt="2025-11-30T09:20:15.508" v="567" actId="26606"/>
          <ac:cxnSpMkLst>
            <pc:docMk/>
            <pc:sldMk cId="2628460639" sldId="259"/>
            <ac:cxnSpMk id="7" creationId="{05ADA91C-AD52-A530-A898-AD6E69874598}"/>
          </ac:cxnSpMkLst>
        </pc:cxnChg>
      </pc:sldChg>
      <pc:sldChg chg="addSp delSp modSp new mod setBg">
        <pc:chgData name="DHANYA P G" userId="73d2de28e2edb29c" providerId="LiveId" clId="{8DF766A0-08F5-4AC7-8AC9-C544E3ECA56B}" dt="2025-12-02T18:59:35.716" v="675" actId="207"/>
        <pc:sldMkLst>
          <pc:docMk/>
          <pc:sldMk cId="2758568508" sldId="260"/>
        </pc:sldMkLst>
        <pc:spChg chg="mod">
          <ac:chgData name="DHANYA P G" userId="73d2de28e2edb29c" providerId="LiveId" clId="{8DF766A0-08F5-4AC7-8AC9-C544E3ECA56B}" dt="2025-11-30T09:27:41.941" v="607" actId="1076"/>
          <ac:spMkLst>
            <pc:docMk/>
            <pc:sldMk cId="2758568508" sldId="260"/>
            <ac:spMk id="2" creationId="{27B0DE9B-496B-1FB2-5C11-DA1C71C269EB}"/>
          </ac:spMkLst>
        </pc:spChg>
        <pc:spChg chg="add">
          <ac:chgData name="DHANYA P G" userId="73d2de28e2edb29c" providerId="LiveId" clId="{8DF766A0-08F5-4AC7-8AC9-C544E3ECA56B}" dt="2025-11-30T09:28:39.849" v="609" actId="26606"/>
          <ac:spMkLst>
            <pc:docMk/>
            <pc:sldMk cId="2758568508" sldId="260"/>
            <ac:spMk id="28" creationId="{149F9F0F-FB8C-5565-247C-BDCC156B5CAF}"/>
          </ac:spMkLst>
        </pc:spChg>
        <pc:spChg chg="add">
          <ac:chgData name="DHANYA P G" userId="73d2de28e2edb29c" providerId="LiveId" clId="{8DF766A0-08F5-4AC7-8AC9-C544E3ECA56B}" dt="2025-11-30T09:28:39.849" v="609" actId="26606"/>
          <ac:spMkLst>
            <pc:docMk/>
            <pc:sldMk cId="2758568508" sldId="260"/>
            <ac:spMk id="30" creationId="{ABA4FDDF-F59C-428B-8603-3A86D75931AB}"/>
          </ac:spMkLst>
        </pc:spChg>
        <pc:graphicFrameChg chg="add mod modGraphic">
          <ac:chgData name="DHANYA P G" userId="73d2de28e2edb29c" providerId="LiveId" clId="{8DF766A0-08F5-4AC7-8AC9-C544E3ECA56B}" dt="2025-12-02T18:59:35.716" v="675" actId="207"/>
          <ac:graphicFrameMkLst>
            <pc:docMk/>
            <pc:sldMk cId="2758568508" sldId="260"/>
            <ac:graphicFrameMk id="5" creationId="{D3FDC172-7275-2B67-DDA9-9344422723AD}"/>
          </ac:graphicFrameMkLst>
        </pc:graphicFrameChg>
        <pc:cxnChg chg="add">
          <ac:chgData name="DHANYA P G" userId="73d2de28e2edb29c" providerId="LiveId" clId="{8DF766A0-08F5-4AC7-8AC9-C544E3ECA56B}" dt="2025-11-30T09:28:39.849" v="609" actId="26606"/>
          <ac:cxnSpMkLst>
            <pc:docMk/>
            <pc:sldMk cId="2758568508" sldId="260"/>
            <ac:cxnSpMk id="26" creationId="{118E06E4-607B-144B-382B-AD3D06B1EE8C}"/>
          </ac:cxnSpMkLst>
        </pc:cxnChg>
      </pc:sldChg>
      <pc:sldChg chg="addSp delSp modSp new mod ord">
        <pc:chgData name="DHANYA P G" userId="73d2de28e2edb29c" providerId="LiveId" clId="{8DF766A0-08F5-4AC7-8AC9-C544E3ECA56B}" dt="2025-12-07T09:29:44.995" v="1217"/>
        <pc:sldMkLst>
          <pc:docMk/>
          <pc:sldMk cId="181180494" sldId="261"/>
        </pc:sldMkLst>
        <pc:spChg chg="mod">
          <ac:chgData name="DHANYA P G" userId="73d2de28e2edb29c" providerId="LiveId" clId="{8DF766A0-08F5-4AC7-8AC9-C544E3ECA56B}" dt="2025-11-23T13:51:10.112" v="379" actId="403"/>
          <ac:spMkLst>
            <pc:docMk/>
            <pc:sldMk cId="181180494" sldId="261"/>
            <ac:spMk id="3" creationId="{3A6B2517-7D7A-1F7A-C40C-49BBBA762878}"/>
          </ac:spMkLst>
        </pc:spChg>
      </pc:sldChg>
      <pc:sldChg chg="addSp delSp modSp new mod">
        <pc:chgData name="DHANYA P G" userId="73d2de28e2edb29c" providerId="LiveId" clId="{8DF766A0-08F5-4AC7-8AC9-C544E3ECA56B}" dt="2025-11-23T13:23:11.558" v="318" actId="14100"/>
        <pc:sldMkLst>
          <pc:docMk/>
          <pc:sldMk cId="3625755751" sldId="262"/>
        </pc:sldMkLst>
        <pc:spChg chg="mod">
          <ac:chgData name="DHANYA P G" userId="73d2de28e2edb29c" providerId="LiveId" clId="{8DF766A0-08F5-4AC7-8AC9-C544E3ECA56B}" dt="2025-11-23T13:23:11.558" v="318" actId="14100"/>
          <ac:spMkLst>
            <pc:docMk/>
            <pc:sldMk cId="3625755751" sldId="262"/>
            <ac:spMk id="3" creationId="{EBE417A9-BBB7-0A8C-C685-1EFB04F086B1}"/>
          </ac:spMkLst>
        </pc:spChg>
        <pc:picChg chg="add mod">
          <ac:chgData name="DHANYA P G" userId="73d2de28e2edb29c" providerId="LiveId" clId="{8DF766A0-08F5-4AC7-8AC9-C544E3ECA56B}" dt="2025-11-23T13:23:05.417" v="317" actId="1076"/>
          <ac:picMkLst>
            <pc:docMk/>
            <pc:sldMk cId="3625755751" sldId="262"/>
            <ac:picMk id="5" creationId="{156B7275-548D-DD7C-E424-0076F0BE7EF8}"/>
          </ac:picMkLst>
        </pc:picChg>
      </pc:sldChg>
      <pc:sldChg chg="addSp delSp modSp new mod">
        <pc:chgData name="DHANYA P G" userId="73d2de28e2edb29c" providerId="LiveId" clId="{8DF766A0-08F5-4AC7-8AC9-C544E3ECA56B}" dt="2025-11-23T13:28:20.478" v="358" actId="1076"/>
        <pc:sldMkLst>
          <pc:docMk/>
          <pc:sldMk cId="1444471966" sldId="263"/>
        </pc:sldMkLst>
        <pc:spChg chg="mod">
          <ac:chgData name="DHANYA P G" userId="73d2de28e2edb29c" providerId="LiveId" clId="{8DF766A0-08F5-4AC7-8AC9-C544E3ECA56B}" dt="2025-11-23T13:28:12.179" v="357" actId="14100"/>
          <ac:spMkLst>
            <pc:docMk/>
            <pc:sldMk cId="1444471966" sldId="263"/>
            <ac:spMk id="3" creationId="{1D31E446-F51C-3275-41F7-8B7C91822EE6}"/>
          </ac:spMkLst>
        </pc:spChg>
        <pc:picChg chg="add mod">
          <ac:chgData name="DHANYA P G" userId="73d2de28e2edb29c" providerId="LiveId" clId="{8DF766A0-08F5-4AC7-8AC9-C544E3ECA56B}" dt="2025-11-23T13:28:20.478" v="358" actId="1076"/>
          <ac:picMkLst>
            <pc:docMk/>
            <pc:sldMk cId="1444471966" sldId="263"/>
            <ac:picMk id="5" creationId="{7E303677-2AB1-6E77-9C29-C23F1E59B4D9}"/>
          </ac:picMkLst>
        </pc:picChg>
      </pc:sldChg>
      <pc:sldChg chg="addSp delSp modSp new mod setBg">
        <pc:chgData name="DHANYA P G" userId="73d2de28e2edb29c" providerId="LiveId" clId="{8DF766A0-08F5-4AC7-8AC9-C544E3ECA56B}" dt="2025-11-30T09:33:08.490" v="635" actId="13926"/>
        <pc:sldMkLst>
          <pc:docMk/>
          <pc:sldMk cId="2928072745" sldId="264"/>
        </pc:sldMkLst>
        <pc:spChg chg="mod">
          <ac:chgData name="DHANYA P G" userId="73d2de28e2edb29c" providerId="LiveId" clId="{8DF766A0-08F5-4AC7-8AC9-C544E3ECA56B}" dt="2025-11-30T09:32:03.124" v="628" actId="1076"/>
          <ac:spMkLst>
            <pc:docMk/>
            <pc:sldMk cId="2928072745" sldId="264"/>
            <ac:spMk id="2" creationId="{CF400AD8-CB9C-F787-3402-D86236511A9C}"/>
          </ac:spMkLst>
        </pc:spChg>
        <pc:spChg chg="add">
          <ac:chgData name="DHANYA P G" userId="73d2de28e2edb29c" providerId="LiveId" clId="{8DF766A0-08F5-4AC7-8AC9-C544E3ECA56B}" dt="2025-11-30T09:31:53.023" v="623" actId="26606"/>
          <ac:spMkLst>
            <pc:docMk/>
            <pc:sldMk cId="2928072745" sldId="264"/>
            <ac:spMk id="9" creationId="{DBDA151C-5770-45E4-AAFF-59E7F403866D}"/>
          </ac:spMkLst>
        </pc:spChg>
        <pc:graphicFrameChg chg="add mod">
          <ac:chgData name="DHANYA P G" userId="73d2de28e2edb29c" providerId="LiveId" clId="{8DF766A0-08F5-4AC7-8AC9-C544E3ECA56B}" dt="2025-11-30T09:33:08.490" v="635" actId="13926"/>
          <ac:graphicFrameMkLst>
            <pc:docMk/>
            <pc:sldMk cId="2928072745" sldId="264"/>
            <ac:graphicFrameMk id="5" creationId="{B037E24D-6AB1-D8BA-75EB-496AB3D33007}"/>
          </ac:graphicFrameMkLst>
        </pc:graphicFrameChg>
        <pc:cxnChg chg="add">
          <ac:chgData name="DHANYA P G" userId="73d2de28e2edb29c" providerId="LiveId" clId="{8DF766A0-08F5-4AC7-8AC9-C544E3ECA56B}" dt="2025-11-30T09:31:53.023" v="623" actId="26606"/>
          <ac:cxnSpMkLst>
            <pc:docMk/>
            <pc:sldMk cId="2928072745" sldId="264"/>
            <ac:cxnSpMk id="11" creationId="{05ADA91C-AD52-A530-A898-AD6E69874598}"/>
          </ac:cxnSpMkLst>
        </pc:cxnChg>
      </pc:sldChg>
      <pc:sldChg chg="addSp delSp modSp new mod">
        <pc:chgData name="DHANYA P G" userId="73d2de28e2edb29c" providerId="LiveId" clId="{8DF766A0-08F5-4AC7-8AC9-C544E3ECA56B}" dt="2025-12-05T05:19:24.965" v="1137" actId="207"/>
        <pc:sldMkLst>
          <pc:docMk/>
          <pc:sldMk cId="1110890953" sldId="265"/>
        </pc:sldMkLst>
        <pc:graphicFrameChg chg="add mod modGraphic">
          <ac:chgData name="DHANYA P G" userId="73d2de28e2edb29c" providerId="LiveId" clId="{8DF766A0-08F5-4AC7-8AC9-C544E3ECA56B}" dt="2025-12-05T05:19:24.965" v="1137" actId="207"/>
          <ac:graphicFrameMkLst>
            <pc:docMk/>
            <pc:sldMk cId="1110890953" sldId="265"/>
            <ac:graphicFrameMk id="5" creationId="{CFFA0C4E-3C52-1208-3ACE-EC371B44E391}"/>
          </ac:graphicFrameMkLst>
        </pc:graphicFrameChg>
      </pc:sldChg>
      <pc:sldChg chg="addSp modSp new mod">
        <pc:chgData name="DHANYA P G" userId="73d2de28e2edb29c" providerId="LiveId" clId="{8DF766A0-08F5-4AC7-8AC9-C544E3ECA56B}" dt="2025-12-02T20:33:01.586" v="879" actId="255"/>
        <pc:sldMkLst>
          <pc:docMk/>
          <pc:sldMk cId="3920907817" sldId="266"/>
        </pc:sldMkLst>
        <pc:spChg chg="mod">
          <ac:chgData name="DHANYA P G" userId="73d2de28e2edb29c" providerId="LiveId" clId="{8DF766A0-08F5-4AC7-8AC9-C544E3ECA56B}" dt="2025-11-30T09:37:48.009" v="664" actId="20577"/>
          <ac:spMkLst>
            <pc:docMk/>
            <pc:sldMk cId="3920907817" sldId="266"/>
            <ac:spMk id="2" creationId="{A9F6B782-9824-7434-C2F3-F464F67245A3}"/>
          </ac:spMkLst>
        </pc:spChg>
        <pc:spChg chg="mod">
          <ac:chgData name="DHANYA P G" userId="73d2de28e2edb29c" providerId="LiveId" clId="{8DF766A0-08F5-4AC7-8AC9-C544E3ECA56B}" dt="2025-12-02T20:32:42.445" v="877" actId="14100"/>
          <ac:spMkLst>
            <pc:docMk/>
            <pc:sldMk cId="3920907817" sldId="266"/>
            <ac:spMk id="3" creationId="{65BD05B4-157D-47A3-FFE8-13953BC8D49C}"/>
          </ac:spMkLst>
        </pc:spChg>
        <pc:spChg chg="add mod">
          <ac:chgData name="DHANYA P G" userId="73d2de28e2edb29c" providerId="LiveId" clId="{8DF766A0-08F5-4AC7-8AC9-C544E3ECA56B}" dt="2025-12-02T20:33:01.586" v="879" actId="255"/>
          <ac:spMkLst>
            <pc:docMk/>
            <pc:sldMk cId="3920907817" sldId="266"/>
            <ac:spMk id="4" creationId="{3472BEA0-FA42-05E5-4415-6B01CDC644EC}"/>
          </ac:spMkLst>
        </pc:spChg>
      </pc:sldChg>
      <pc:sldChg chg="addSp delSp modSp new mod ord setBg">
        <pc:chgData name="DHANYA P G" userId="73d2de28e2edb29c" providerId="LiveId" clId="{8DF766A0-08F5-4AC7-8AC9-C544E3ECA56B}" dt="2025-12-05T05:20:43.384" v="1139"/>
        <pc:sldMkLst>
          <pc:docMk/>
          <pc:sldMk cId="3123749475" sldId="267"/>
        </pc:sldMkLst>
        <pc:spChg chg="add">
          <ac:chgData name="DHANYA P G" userId="73d2de28e2edb29c" providerId="LiveId" clId="{8DF766A0-08F5-4AC7-8AC9-C544E3ECA56B}" dt="2025-11-30T08:55:32.986" v="553" actId="26606"/>
          <ac:spMkLst>
            <pc:docMk/>
            <pc:sldMk cId="3123749475" sldId="267"/>
            <ac:spMk id="9" creationId="{149F9F0F-FB8C-5565-247C-BDCC156B5CAF}"/>
          </ac:spMkLst>
        </pc:spChg>
        <pc:spChg chg="add">
          <ac:chgData name="DHANYA P G" userId="73d2de28e2edb29c" providerId="LiveId" clId="{8DF766A0-08F5-4AC7-8AC9-C544E3ECA56B}" dt="2025-11-30T08:55:32.986" v="553" actId="26606"/>
          <ac:spMkLst>
            <pc:docMk/>
            <pc:sldMk cId="3123749475" sldId="267"/>
            <ac:spMk id="10" creationId="{ABA4FDDF-F59C-428B-8603-3A86D75931AB}"/>
          </ac:spMkLst>
        </pc:spChg>
        <pc:picChg chg="add mod">
          <ac:chgData name="DHANYA P G" userId="73d2de28e2edb29c" providerId="LiveId" clId="{8DF766A0-08F5-4AC7-8AC9-C544E3ECA56B}" dt="2025-11-30T08:55:32.986" v="553" actId="26606"/>
          <ac:picMkLst>
            <pc:docMk/>
            <pc:sldMk cId="3123749475" sldId="267"/>
            <ac:picMk id="6" creationId="{CA4626B6-5B80-1E34-34CE-2EE0A0EC72AF}"/>
          </ac:picMkLst>
        </pc:picChg>
        <pc:cxnChg chg="add">
          <ac:chgData name="DHANYA P G" userId="73d2de28e2edb29c" providerId="LiveId" clId="{8DF766A0-08F5-4AC7-8AC9-C544E3ECA56B}" dt="2025-11-30T08:55:32.986" v="553" actId="26606"/>
          <ac:cxnSpMkLst>
            <pc:docMk/>
            <pc:sldMk cId="3123749475" sldId="267"/>
            <ac:cxnSpMk id="8" creationId="{118E06E4-607B-144B-382B-AD3D06B1EE8C}"/>
          </ac:cxnSpMkLst>
        </pc:cxnChg>
      </pc:sldChg>
      <pc:sldChg chg="addSp modSp new mod">
        <pc:chgData name="DHANYA P G" userId="73d2de28e2edb29c" providerId="LiveId" clId="{8DF766A0-08F5-4AC7-8AC9-C544E3ECA56B}" dt="2025-12-02T19:21:32.960" v="728" actId="207"/>
        <pc:sldMkLst>
          <pc:docMk/>
          <pc:sldMk cId="3184733354" sldId="268"/>
        </pc:sldMkLst>
        <pc:spChg chg="mod">
          <ac:chgData name="DHANYA P G" userId="73d2de28e2edb29c" providerId="LiveId" clId="{8DF766A0-08F5-4AC7-8AC9-C544E3ECA56B}" dt="2025-11-24T13:38:09.192" v="440" actId="1076"/>
          <ac:spMkLst>
            <pc:docMk/>
            <pc:sldMk cId="3184733354" sldId="268"/>
            <ac:spMk id="2" creationId="{0B8C4A1C-E29F-52C1-6F35-DC334C083318}"/>
          </ac:spMkLst>
        </pc:spChg>
        <pc:spChg chg="mod">
          <ac:chgData name="DHANYA P G" userId="73d2de28e2edb29c" providerId="LiveId" clId="{8DF766A0-08F5-4AC7-8AC9-C544E3ECA56B}" dt="2025-12-02T19:21:32.960" v="728" actId="207"/>
          <ac:spMkLst>
            <pc:docMk/>
            <pc:sldMk cId="3184733354" sldId="268"/>
            <ac:spMk id="3" creationId="{11B1C8C7-454D-63A7-9FFF-6DD895ABC4AB}"/>
          </ac:spMkLst>
        </pc:spChg>
        <pc:picChg chg="add mod">
          <ac:chgData name="DHANYA P G" userId="73d2de28e2edb29c" providerId="LiveId" clId="{8DF766A0-08F5-4AC7-8AC9-C544E3ECA56B}" dt="2025-11-24T13:43:44.725" v="448" actId="1076"/>
          <ac:picMkLst>
            <pc:docMk/>
            <pc:sldMk cId="3184733354" sldId="268"/>
            <ac:picMk id="5" creationId="{D6044A25-60B9-19BA-F19F-80868BA7C992}"/>
          </ac:picMkLst>
        </pc:picChg>
      </pc:sldChg>
      <pc:sldChg chg="addSp modSp new mod">
        <pc:chgData name="DHANYA P G" userId="73d2de28e2edb29c" providerId="LiveId" clId="{8DF766A0-08F5-4AC7-8AC9-C544E3ECA56B}" dt="2025-12-04T05:25:54.553" v="1130" actId="1076"/>
        <pc:sldMkLst>
          <pc:docMk/>
          <pc:sldMk cId="3746965222" sldId="269"/>
        </pc:sldMkLst>
        <pc:spChg chg="mod">
          <ac:chgData name="DHANYA P G" userId="73d2de28e2edb29c" providerId="LiveId" clId="{8DF766A0-08F5-4AC7-8AC9-C544E3ECA56B}" dt="2025-12-02T19:33:22.050" v="752" actId="27636"/>
          <ac:spMkLst>
            <pc:docMk/>
            <pc:sldMk cId="3746965222" sldId="269"/>
            <ac:spMk id="2" creationId="{9DFBB8BB-36D1-7646-2C87-DE3CE6E13257}"/>
          </ac:spMkLst>
        </pc:spChg>
        <pc:spChg chg="mod">
          <ac:chgData name="DHANYA P G" userId="73d2de28e2edb29c" providerId="LiveId" clId="{8DF766A0-08F5-4AC7-8AC9-C544E3ECA56B}" dt="2025-12-02T19:57:53.716" v="774" actId="403"/>
          <ac:spMkLst>
            <pc:docMk/>
            <pc:sldMk cId="3746965222" sldId="269"/>
            <ac:spMk id="3" creationId="{B0982E41-00C7-5779-2A7F-FFA1F2691636}"/>
          </ac:spMkLst>
        </pc:spChg>
        <pc:picChg chg="add mod">
          <ac:chgData name="DHANYA P G" userId="73d2de28e2edb29c" providerId="LiveId" clId="{8DF766A0-08F5-4AC7-8AC9-C544E3ECA56B}" dt="2025-12-04T05:25:54.553" v="1130" actId="1076"/>
          <ac:picMkLst>
            <pc:docMk/>
            <pc:sldMk cId="3746965222" sldId="269"/>
            <ac:picMk id="5" creationId="{7E1B1A13-2718-3ED9-8371-3D06ED7E59FF}"/>
          </ac:picMkLst>
        </pc:picChg>
      </pc:sldChg>
      <pc:sldChg chg="addSp delSp modSp new mod ord">
        <pc:chgData name="DHANYA P G" userId="73d2de28e2edb29c" providerId="LiveId" clId="{8DF766A0-08F5-4AC7-8AC9-C544E3ECA56B}" dt="2025-12-07T09:29:34.740" v="1215"/>
        <pc:sldMkLst>
          <pc:docMk/>
          <pc:sldMk cId="222135222" sldId="270"/>
        </pc:sldMkLst>
        <pc:spChg chg="mod">
          <ac:chgData name="DHANYA P G" userId="73d2de28e2edb29c" providerId="LiveId" clId="{8DF766A0-08F5-4AC7-8AC9-C544E3ECA56B}" dt="2025-11-30T07:06:36.579" v="503" actId="115"/>
          <ac:spMkLst>
            <pc:docMk/>
            <pc:sldMk cId="222135222" sldId="270"/>
            <ac:spMk id="2" creationId="{B81831AA-376D-11C2-9591-A9888369BF62}"/>
          </ac:spMkLst>
        </pc:spChg>
        <pc:picChg chg="add mod">
          <ac:chgData name="DHANYA P G" userId="73d2de28e2edb29c" providerId="LiveId" clId="{8DF766A0-08F5-4AC7-8AC9-C544E3ECA56B}" dt="2025-11-30T07:07:01.417" v="512" actId="1076"/>
          <ac:picMkLst>
            <pc:docMk/>
            <pc:sldMk cId="222135222" sldId="270"/>
            <ac:picMk id="5" creationId="{8C3B9A57-438E-E433-B064-32FFF6F6A50D}"/>
          </ac:picMkLst>
        </pc:picChg>
      </pc:sldChg>
      <pc:sldChg chg="addSp delSp modSp new mod setBg">
        <pc:chgData name="DHANYA P G" userId="73d2de28e2edb29c" providerId="LiveId" clId="{8DF766A0-08F5-4AC7-8AC9-C544E3ECA56B}" dt="2025-12-02T19:14:16.443" v="707" actId="26606"/>
        <pc:sldMkLst>
          <pc:docMk/>
          <pc:sldMk cId="1236235275" sldId="271"/>
        </pc:sldMkLst>
        <pc:spChg chg="add">
          <ac:chgData name="DHANYA P G" userId="73d2de28e2edb29c" providerId="LiveId" clId="{8DF766A0-08F5-4AC7-8AC9-C544E3ECA56B}" dt="2025-12-02T19:14:16.443" v="707" actId="26606"/>
          <ac:spMkLst>
            <pc:docMk/>
            <pc:sldMk cId="1236235275" sldId="271"/>
            <ac:spMk id="12" creationId="{149F9F0F-FB8C-5565-247C-BDCC156B5CAF}"/>
          </ac:spMkLst>
        </pc:spChg>
        <pc:spChg chg="add">
          <ac:chgData name="DHANYA P G" userId="73d2de28e2edb29c" providerId="LiveId" clId="{8DF766A0-08F5-4AC7-8AC9-C544E3ECA56B}" dt="2025-12-02T19:14:16.443" v="707" actId="26606"/>
          <ac:spMkLst>
            <pc:docMk/>
            <pc:sldMk cId="1236235275" sldId="271"/>
            <ac:spMk id="14" creationId="{ABA4FDDF-F59C-428B-8603-3A86D75931AB}"/>
          </ac:spMkLst>
        </pc:spChg>
        <pc:picChg chg="add mod ord">
          <ac:chgData name="DHANYA P G" userId="73d2de28e2edb29c" providerId="LiveId" clId="{8DF766A0-08F5-4AC7-8AC9-C544E3ECA56B}" dt="2025-12-02T19:14:16.443" v="707" actId="26606"/>
          <ac:picMkLst>
            <pc:docMk/>
            <pc:sldMk cId="1236235275" sldId="271"/>
            <ac:picMk id="5" creationId="{15F68449-CE54-5381-1BFB-2ABAA56A4A43}"/>
          </ac:picMkLst>
        </pc:picChg>
        <pc:cxnChg chg="add">
          <ac:chgData name="DHANYA P G" userId="73d2de28e2edb29c" providerId="LiveId" clId="{8DF766A0-08F5-4AC7-8AC9-C544E3ECA56B}" dt="2025-12-02T19:14:16.443" v="707" actId="26606"/>
          <ac:cxnSpMkLst>
            <pc:docMk/>
            <pc:sldMk cId="1236235275" sldId="271"/>
            <ac:cxnSpMk id="10" creationId="{118E06E4-607B-144B-382B-AD3D06B1EE8C}"/>
          </ac:cxnSpMkLst>
        </pc:cxnChg>
        <pc:cxnChg chg="add">
          <ac:chgData name="DHANYA P G" userId="73d2de28e2edb29c" providerId="LiveId" clId="{8DF766A0-08F5-4AC7-8AC9-C544E3ECA56B}" dt="2025-12-02T19:14:16.443" v="707" actId="26606"/>
          <ac:cxnSpMkLst>
            <pc:docMk/>
            <pc:sldMk cId="1236235275" sldId="271"/>
            <ac:cxnSpMk id="16" creationId="{19F39946-6C27-40AB-A613-7930E921976F}"/>
          </ac:cxnSpMkLst>
        </pc:cxnChg>
      </pc:sldChg>
      <pc:sldChg chg="addSp delSp modSp new mod">
        <pc:chgData name="DHANYA P G" userId="73d2de28e2edb29c" providerId="LiveId" clId="{8DF766A0-08F5-4AC7-8AC9-C544E3ECA56B}" dt="2025-12-02T19:15:50.346" v="724" actId="1076"/>
        <pc:sldMkLst>
          <pc:docMk/>
          <pc:sldMk cId="3380955024" sldId="272"/>
        </pc:sldMkLst>
        <pc:picChg chg="add mod ord">
          <ac:chgData name="DHANYA P G" userId="73d2de28e2edb29c" providerId="LiveId" clId="{8DF766A0-08F5-4AC7-8AC9-C544E3ECA56B}" dt="2025-12-02T19:15:50.346" v="724" actId="1076"/>
          <ac:picMkLst>
            <pc:docMk/>
            <pc:sldMk cId="3380955024" sldId="272"/>
            <ac:picMk id="5" creationId="{8FA6C77C-1E3A-D759-C3B4-2DBCB9B19B07}"/>
          </ac:picMkLst>
        </pc:picChg>
        <pc:picChg chg="add mod">
          <ac:chgData name="DHANYA P G" userId="73d2de28e2edb29c" providerId="LiveId" clId="{8DF766A0-08F5-4AC7-8AC9-C544E3ECA56B}" dt="2025-12-02T19:15:47.614" v="722" actId="1076"/>
          <ac:picMkLst>
            <pc:docMk/>
            <pc:sldMk cId="3380955024" sldId="272"/>
            <ac:picMk id="7" creationId="{D5227C7D-1B20-4F8B-F9F2-147654B78532}"/>
          </ac:picMkLst>
        </pc:picChg>
      </pc:sldChg>
      <pc:sldChg chg="addSp delSp modSp new mod setBg">
        <pc:chgData name="DHANYA P G" userId="73d2de28e2edb29c" providerId="LiveId" clId="{8DF766A0-08F5-4AC7-8AC9-C544E3ECA56B}" dt="2025-12-08T07:27:37.889" v="1365" actId="20577"/>
        <pc:sldMkLst>
          <pc:docMk/>
          <pc:sldMk cId="2984353124" sldId="273"/>
        </pc:sldMkLst>
        <pc:spChg chg="add">
          <ac:chgData name="DHANYA P G" userId="73d2de28e2edb29c" providerId="LiveId" clId="{8DF766A0-08F5-4AC7-8AC9-C544E3ECA56B}" dt="2025-12-02T20:25:55.862" v="849" actId="26606"/>
          <ac:spMkLst>
            <pc:docMk/>
            <pc:sldMk cId="2984353124" sldId="273"/>
            <ac:spMk id="9" creationId="{DBDA151C-5770-45E4-AAFF-59E7F403866D}"/>
          </ac:spMkLst>
        </pc:spChg>
        <pc:graphicFrameChg chg="add mod modGraphic">
          <ac:chgData name="DHANYA P G" userId="73d2de28e2edb29c" providerId="LiveId" clId="{8DF766A0-08F5-4AC7-8AC9-C544E3ECA56B}" dt="2025-12-08T07:27:37.889" v="1365" actId="20577"/>
          <ac:graphicFrameMkLst>
            <pc:docMk/>
            <pc:sldMk cId="2984353124" sldId="273"/>
            <ac:graphicFrameMk id="5" creationId="{4CD60CB3-AD09-B139-D938-B0A21ED51CAE}"/>
          </ac:graphicFrameMkLst>
        </pc:graphicFrameChg>
        <pc:picChg chg="add mod">
          <ac:chgData name="DHANYA P G" userId="73d2de28e2edb29c" providerId="LiveId" clId="{8DF766A0-08F5-4AC7-8AC9-C544E3ECA56B}" dt="2025-12-02T20:34:47.014" v="885" actId="1076"/>
          <ac:picMkLst>
            <pc:docMk/>
            <pc:sldMk cId="2984353124" sldId="273"/>
            <ac:picMk id="6" creationId="{4AE7B38F-F752-0B9C-F265-E11C29F8BB7A}"/>
          </ac:picMkLst>
        </pc:picChg>
        <pc:cxnChg chg="add">
          <ac:chgData name="DHANYA P G" userId="73d2de28e2edb29c" providerId="LiveId" clId="{8DF766A0-08F5-4AC7-8AC9-C544E3ECA56B}" dt="2025-12-02T20:25:55.862" v="849" actId="26606"/>
          <ac:cxnSpMkLst>
            <pc:docMk/>
            <pc:sldMk cId="2984353124" sldId="273"/>
            <ac:cxnSpMk id="11" creationId="{05ADA91C-AD52-A530-A898-AD6E69874598}"/>
          </ac:cxnSpMkLst>
        </pc:cxnChg>
      </pc:sldChg>
      <pc:sldChg chg="addSp delSp modSp new add del mod setBg setClrOvrMap">
        <pc:chgData name="DHANYA P G" userId="73d2de28e2edb29c" providerId="LiveId" clId="{8DF766A0-08F5-4AC7-8AC9-C544E3ECA56B}" dt="2025-12-02T20:24:45.020" v="848" actId="1076"/>
        <pc:sldMkLst>
          <pc:docMk/>
          <pc:sldMk cId="575494331" sldId="274"/>
        </pc:sldMkLst>
        <pc:picChg chg="add mod">
          <ac:chgData name="DHANYA P G" userId="73d2de28e2edb29c" providerId="LiveId" clId="{8DF766A0-08F5-4AC7-8AC9-C544E3ECA56B}" dt="2025-12-02T20:24:45.020" v="848" actId="1076"/>
          <ac:picMkLst>
            <pc:docMk/>
            <pc:sldMk cId="575494331" sldId="274"/>
            <ac:picMk id="7" creationId="{75F64CA3-44C4-7648-A984-26EDEFC7C017}"/>
          </ac:picMkLst>
        </pc:picChg>
      </pc:sldChg>
      <pc:sldChg chg="addSp modSp new mod setBg">
        <pc:chgData name="DHANYA P G" userId="73d2de28e2edb29c" providerId="LiveId" clId="{8DF766A0-08F5-4AC7-8AC9-C544E3ECA56B}" dt="2025-12-03T04:16:12.731" v="1003" actId="1076"/>
        <pc:sldMkLst>
          <pc:docMk/>
          <pc:sldMk cId="2451432423" sldId="275"/>
        </pc:sldMkLst>
        <pc:spChg chg="mod">
          <ac:chgData name="DHANYA P G" userId="73d2de28e2edb29c" providerId="LiveId" clId="{8DF766A0-08F5-4AC7-8AC9-C544E3ECA56B}" dt="2025-12-03T04:16:05.470" v="1002" actId="1076"/>
          <ac:spMkLst>
            <pc:docMk/>
            <pc:sldMk cId="2451432423" sldId="275"/>
            <ac:spMk id="2" creationId="{A76EF9A5-C08F-5562-2E59-4A1572F77F01}"/>
          </ac:spMkLst>
        </pc:spChg>
        <pc:spChg chg="mod ord">
          <ac:chgData name="DHANYA P G" userId="73d2de28e2edb29c" providerId="LiveId" clId="{8DF766A0-08F5-4AC7-8AC9-C544E3ECA56B}" dt="2025-12-03T04:16:12.731" v="1003" actId="1076"/>
          <ac:spMkLst>
            <pc:docMk/>
            <pc:sldMk cId="2451432423" sldId="275"/>
            <ac:spMk id="3" creationId="{C35EC8B6-C953-A02A-2D95-9B0432F7281B}"/>
          </ac:spMkLst>
        </pc:spChg>
        <pc:spChg chg="add">
          <ac:chgData name="DHANYA P G" userId="73d2de28e2edb29c" providerId="LiveId" clId="{8DF766A0-08F5-4AC7-8AC9-C544E3ECA56B}" dt="2025-12-03T04:10:37.830" v="931" actId="26606"/>
          <ac:spMkLst>
            <pc:docMk/>
            <pc:sldMk cId="2451432423" sldId="275"/>
            <ac:spMk id="10" creationId="{DBDA151C-5770-45E4-AAFF-59E7F403866D}"/>
          </ac:spMkLst>
        </pc:spChg>
        <pc:picChg chg="add mod">
          <ac:chgData name="DHANYA P G" userId="73d2de28e2edb29c" providerId="LiveId" clId="{8DF766A0-08F5-4AC7-8AC9-C544E3ECA56B}" dt="2025-12-03T04:14:17.350" v="989" actId="1076"/>
          <ac:picMkLst>
            <pc:docMk/>
            <pc:sldMk cId="2451432423" sldId="275"/>
            <ac:picMk id="5" creationId="{4DB91313-4392-F174-C203-96500D7C1153}"/>
          </ac:picMkLst>
        </pc:picChg>
        <pc:cxnChg chg="add">
          <ac:chgData name="DHANYA P G" userId="73d2de28e2edb29c" providerId="LiveId" clId="{8DF766A0-08F5-4AC7-8AC9-C544E3ECA56B}" dt="2025-12-03T04:10:37.830" v="931" actId="26606"/>
          <ac:cxnSpMkLst>
            <pc:docMk/>
            <pc:sldMk cId="2451432423" sldId="275"/>
            <ac:cxnSpMk id="12" creationId="{2EA0F4A6-3CC9-C9E2-BA02-58FA29F7DD8E}"/>
          </ac:cxnSpMkLst>
        </pc:cxnChg>
      </pc:sldChg>
      <pc:sldChg chg="addSp delSp modSp new mod setBg">
        <pc:chgData name="DHANYA P G" userId="73d2de28e2edb29c" providerId="LiveId" clId="{8DF766A0-08F5-4AC7-8AC9-C544E3ECA56B}" dt="2025-12-03T13:56:13.550" v="1122" actId="1076"/>
        <pc:sldMkLst>
          <pc:docMk/>
          <pc:sldMk cId="322610655" sldId="276"/>
        </pc:sldMkLst>
        <pc:spChg chg="mod ord">
          <ac:chgData name="DHANYA P G" userId="73d2de28e2edb29c" providerId="LiveId" clId="{8DF766A0-08F5-4AC7-8AC9-C544E3ECA56B}" dt="2025-12-03T13:55:41.984" v="1114" actId="20577"/>
          <ac:spMkLst>
            <pc:docMk/>
            <pc:sldMk cId="322610655" sldId="276"/>
            <ac:spMk id="2" creationId="{B7FE6408-9A00-ABB2-00BE-4DD55B03C77D}"/>
          </ac:spMkLst>
        </pc:spChg>
        <pc:spChg chg="mod">
          <ac:chgData name="DHANYA P G" userId="73d2de28e2edb29c" providerId="LiveId" clId="{8DF766A0-08F5-4AC7-8AC9-C544E3ECA56B}" dt="2025-12-03T13:56:13.550" v="1122" actId="1076"/>
          <ac:spMkLst>
            <pc:docMk/>
            <pc:sldMk cId="322610655" sldId="276"/>
            <ac:spMk id="3" creationId="{006C1F27-A284-F17E-DB9A-AAB0CC543C7C}"/>
          </ac:spMkLst>
        </pc:spChg>
        <pc:spChg chg="add">
          <ac:chgData name="DHANYA P G" userId="73d2de28e2edb29c" providerId="LiveId" clId="{8DF766A0-08F5-4AC7-8AC9-C544E3ECA56B}" dt="2025-12-03T13:53:54.822" v="1083" actId="26606"/>
          <ac:spMkLst>
            <pc:docMk/>
            <pc:sldMk cId="322610655" sldId="276"/>
            <ac:spMk id="16" creationId="{744CAA32-F237-419C-A2DD-43C28D920D3C}"/>
          </ac:spMkLst>
        </pc:spChg>
        <pc:spChg chg="add">
          <ac:chgData name="DHANYA P G" userId="73d2de28e2edb29c" providerId="LiveId" clId="{8DF766A0-08F5-4AC7-8AC9-C544E3ECA56B}" dt="2025-12-03T13:53:54.822" v="1083" actId="26606"/>
          <ac:spMkLst>
            <pc:docMk/>
            <pc:sldMk cId="322610655" sldId="276"/>
            <ac:spMk id="18" creationId="{18EE42F0-2470-417A-8666-6E3266FEBF30}"/>
          </ac:spMkLst>
        </pc:spChg>
        <pc:picChg chg="add mod">
          <ac:chgData name="DHANYA P G" userId="73d2de28e2edb29c" providerId="LiveId" clId="{8DF766A0-08F5-4AC7-8AC9-C544E3ECA56B}" dt="2025-12-03T13:53:54.822" v="1083" actId="26606"/>
          <ac:picMkLst>
            <pc:docMk/>
            <pc:sldMk cId="322610655" sldId="276"/>
            <ac:picMk id="5" creationId="{8AA7CEFD-B7AE-6392-BEFA-1E56397F16D3}"/>
          </ac:picMkLst>
        </pc:picChg>
        <pc:cxnChg chg="add">
          <ac:chgData name="DHANYA P G" userId="73d2de28e2edb29c" providerId="LiveId" clId="{8DF766A0-08F5-4AC7-8AC9-C544E3ECA56B}" dt="2025-12-03T13:53:54.822" v="1083" actId="26606"/>
          <ac:cxnSpMkLst>
            <pc:docMk/>
            <pc:sldMk cId="322610655" sldId="276"/>
            <ac:cxnSpMk id="20" creationId="{B90DD1AA-9FC9-0AF2-B563-CA13C179FBC8}"/>
          </ac:cxnSpMkLst>
        </pc:cxnChg>
      </pc:sldChg>
      <pc:sldChg chg="addSp delSp modSp new mod setBg">
        <pc:chgData name="DHANYA P G" userId="73d2de28e2edb29c" providerId="LiveId" clId="{8DF766A0-08F5-4AC7-8AC9-C544E3ECA56B}" dt="2025-12-05T06:35:54.138" v="1208" actId="1076"/>
        <pc:sldMkLst>
          <pc:docMk/>
          <pc:sldMk cId="4277328283" sldId="277"/>
        </pc:sldMkLst>
        <pc:spChg chg="mod">
          <ac:chgData name="DHANYA P G" userId="73d2de28e2edb29c" providerId="LiveId" clId="{8DF766A0-08F5-4AC7-8AC9-C544E3ECA56B}" dt="2025-12-03T14:07:56.600" v="1125" actId="20577"/>
          <ac:spMkLst>
            <pc:docMk/>
            <pc:sldMk cId="4277328283" sldId="277"/>
            <ac:spMk id="3" creationId="{62BA9FB0-1D5F-5832-25DF-5B92CA8EE20C}"/>
          </ac:spMkLst>
        </pc:spChg>
        <pc:spChg chg="add mod">
          <ac:chgData name="DHANYA P G" userId="73d2de28e2edb29c" providerId="LiveId" clId="{8DF766A0-08F5-4AC7-8AC9-C544E3ECA56B}" dt="2025-12-05T06:35:54.138" v="1208" actId="1076"/>
          <ac:spMkLst>
            <pc:docMk/>
            <pc:sldMk cId="4277328283" sldId="277"/>
            <ac:spMk id="4" creationId="{2B9FA435-1AE7-2088-C25B-D5FA003C158D}"/>
          </ac:spMkLst>
        </pc:spChg>
        <pc:spChg chg="add">
          <ac:chgData name="DHANYA P G" userId="73d2de28e2edb29c" providerId="LiveId" clId="{8DF766A0-08F5-4AC7-8AC9-C544E3ECA56B}" dt="2025-12-03T04:42:12.195" v="1064" actId="26606"/>
          <ac:spMkLst>
            <pc:docMk/>
            <pc:sldMk cId="4277328283" sldId="277"/>
            <ac:spMk id="10" creationId="{744CAA32-F237-419C-A2DD-43C28D920D3C}"/>
          </ac:spMkLst>
        </pc:spChg>
        <pc:picChg chg="add mod">
          <ac:chgData name="DHANYA P G" userId="73d2de28e2edb29c" providerId="LiveId" clId="{8DF766A0-08F5-4AC7-8AC9-C544E3ECA56B}" dt="2025-12-05T06:33:51.124" v="1198" actId="1076"/>
          <ac:picMkLst>
            <pc:docMk/>
            <pc:sldMk cId="4277328283" sldId="277"/>
            <ac:picMk id="5" creationId="{4487F991-FD8E-C47F-9A35-6305B49DBF57}"/>
          </ac:picMkLst>
        </pc:picChg>
        <pc:cxnChg chg="add">
          <ac:chgData name="DHANYA P G" userId="73d2de28e2edb29c" providerId="LiveId" clId="{8DF766A0-08F5-4AC7-8AC9-C544E3ECA56B}" dt="2025-12-03T04:42:12.195" v="1064" actId="26606"/>
          <ac:cxnSpMkLst>
            <pc:docMk/>
            <pc:sldMk cId="4277328283" sldId="277"/>
            <ac:cxnSpMk id="12" creationId="{92025DBA-8780-9CA0-2826-FF6E3BD1A0C9}"/>
          </ac:cxnSpMkLst>
        </pc:cxnChg>
      </pc:sldChg>
      <pc:sldChg chg="addSp delSp modSp new mod">
        <pc:chgData name="DHANYA P G" userId="73d2de28e2edb29c" providerId="LiveId" clId="{8DF766A0-08F5-4AC7-8AC9-C544E3ECA56B}" dt="2025-12-08T06:46:23.518" v="1300" actId="20577"/>
        <pc:sldMkLst>
          <pc:docMk/>
          <pc:sldMk cId="1895429377" sldId="278"/>
        </pc:sldMkLst>
        <pc:spChg chg="add">
          <ac:chgData name="DHANYA P G" userId="73d2de28e2edb29c" providerId="LiveId" clId="{8DF766A0-08F5-4AC7-8AC9-C544E3ECA56B}" dt="2025-12-08T06:32:27.937" v="1266"/>
          <ac:spMkLst>
            <pc:docMk/>
            <pc:sldMk cId="1895429377" sldId="278"/>
            <ac:spMk id="2" creationId="{F63E5183-B6B3-D917-8C1C-DDE872B3F463}"/>
          </ac:spMkLst>
        </pc:spChg>
        <pc:spChg chg="mod">
          <ac:chgData name="DHANYA P G" userId="73d2de28e2edb29c" providerId="LiveId" clId="{8DF766A0-08F5-4AC7-8AC9-C544E3ECA56B}" dt="2025-12-08T06:46:23.518" v="1300" actId="20577"/>
          <ac:spMkLst>
            <pc:docMk/>
            <pc:sldMk cId="1895429377" sldId="278"/>
            <ac:spMk id="3" creationId="{0C0EE333-924C-25B2-48ED-D5034A2B0F47}"/>
          </ac:spMkLst>
        </pc:spChg>
        <pc:picChg chg="add mod">
          <ac:chgData name="DHANYA P G" userId="73d2de28e2edb29c" providerId="LiveId" clId="{8DF766A0-08F5-4AC7-8AC9-C544E3ECA56B}" dt="2025-12-08T06:45:34.943" v="1281" actId="1076"/>
          <ac:picMkLst>
            <pc:docMk/>
            <pc:sldMk cId="1895429377" sldId="278"/>
            <ac:picMk id="4" creationId="{58A34CF5-BBD3-088A-1CA5-65D850D89F10}"/>
          </ac:picMkLst>
        </pc:picChg>
      </pc:sldChg>
      <pc:sldChg chg="addSp delSp modSp new mod ord setBg">
        <pc:chgData name="DHANYA P G" userId="73d2de28e2edb29c" providerId="LiveId" clId="{8DF766A0-08F5-4AC7-8AC9-C544E3ECA56B}" dt="2025-12-05T06:36:24.561" v="1211"/>
        <pc:sldMkLst>
          <pc:docMk/>
          <pc:sldMk cId="3342145352" sldId="279"/>
        </pc:sldMkLst>
        <pc:spChg chg="mod">
          <ac:chgData name="DHANYA P G" userId="73d2de28e2edb29c" providerId="LiveId" clId="{8DF766A0-08F5-4AC7-8AC9-C544E3ECA56B}" dt="2025-12-05T06:23:54.544" v="1181" actId="1076"/>
          <ac:spMkLst>
            <pc:docMk/>
            <pc:sldMk cId="3342145352" sldId="279"/>
            <ac:spMk id="2" creationId="{3BC972DE-8982-76D1-DAF6-68DD96DDA697}"/>
          </ac:spMkLst>
        </pc:spChg>
        <pc:spChg chg="add">
          <ac:chgData name="DHANYA P G" userId="73d2de28e2edb29c" providerId="LiveId" clId="{8DF766A0-08F5-4AC7-8AC9-C544E3ECA56B}" dt="2025-12-05T06:23:28.587" v="1173" actId="26606"/>
          <ac:spMkLst>
            <pc:docMk/>
            <pc:sldMk cId="3342145352" sldId="279"/>
            <ac:spMk id="9" creationId="{DBDA151C-5770-45E4-AAFF-59E7F403866D}"/>
          </ac:spMkLst>
        </pc:spChg>
        <pc:graphicFrameChg chg="add mod modGraphic">
          <ac:chgData name="DHANYA P G" userId="73d2de28e2edb29c" providerId="LiveId" clId="{8DF766A0-08F5-4AC7-8AC9-C544E3ECA56B}" dt="2025-12-05T06:24:09.401" v="1184" actId="14100"/>
          <ac:graphicFrameMkLst>
            <pc:docMk/>
            <pc:sldMk cId="3342145352" sldId="279"/>
            <ac:graphicFrameMk id="5" creationId="{098286B3-7C8B-75C3-8978-269380C425C9}"/>
          </ac:graphicFrameMkLst>
        </pc:graphicFrameChg>
        <pc:cxnChg chg="add">
          <ac:chgData name="DHANYA P G" userId="73d2de28e2edb29c" providerId="LiveId" clId="{8DF766A0-08F5-4AC7-8AC9-C544E3ECA56B}" dt="2025-12-05T06:23:28.587" v="1173" actId="26606"/>
          <ac:cxnSpMkLst>
            <pc:docMk/>
            <pc:sldMk cId="3342145352" sldId="279"/>
            <ac:cxnSpMk id="11" creationId="{05ADA91C-AD52-A530-A898-AD6E69874598}"/>
          </ac:cxnSpMkLst>
        </pc:cxnChg>
      </pc:sldChg>
      <pc:sldChg chg="addSp delSp modSp new mod ord">
        <pc:chgData name="DHANYA P G" userId="73d2de28e2edb29c" providerId="LiveId" clId="{8DF766A0-08F5-4AC7-8AC9-C544E3ECA56B}" dt="2025-12-08T05:56:54.141" v="1230" actId="1076"/>
        <pc:sldMkLst>
          <pc:docMk/>
          <pc:sldMk cId="1101814453" sldId="280"/>
        </pc:sldMkLst>
        <pc:spChg chg="mod">
          <ac:chgData name="DHANYA P G" userId="73d2de28e2edb29c" providerId="LiveId" clId="{8DF766A0-08F5-4AC7-8AC9-C544E3ECA56B}" dt="2025-12-08T05:56:54.141" v="1230" actId="1076"/>
          <ac:spMkLst>
            <pc:docMk/>
            <pc:sldMk cId="1101814453" sldId="280"/>
            <ac:spMk id="3" creationId="{0F87119C-5F14-13B0-7C05-DADBA883EE34}"/>
          </ac:spMkLst>
        </pc:spChg>
        <pc:picChg chg="add mod">
          <ac:chgData name="DHANYA P G" userId="73d2de28e2edb29c" providerId="LiveId" clId="{8DF766A0-08F5-4AC7-8AC9-C544E3ECA56B}" dt="2025-12-08T05:54:13.004" v="1229" actId="1076"/>
          <ac:picMkLst>
            <pc:docMk/>
            <pc:sldMk cId="1101814453" sldId="280"/>
            <ac:picMk id="4" creationId="{0EDE84DD-857A-4339-40BF-C3C1771E1710}"/>
          </ac:picMkLst>
        </pc:picChg>
      </pc:sldChg>
      <pc:sldChg chg="addSp modSp new mod">
        <pc:chgData name="DHANYA P G" userId="73d2de28e2edb29c" providerId="LiveId" clId="{8DF766A0-08F5-4AC7-8AC9-C544E3ECA56B}" dt="2025-12-08T07:25:56.402" v="1364" actId="1076"/>
        <pc:sldMkLst>
          <pc:docMk/>
          <pc:sldMk cId="3838890193" sldId="281"/>
        </pc:sldMkLst>
        <pc:spChg chg="mod">
          <ac:chgData name="DHANYA P G" userId="73d2de28e2edb29c" providerId="LiveId" clId="{8DF766A0-08F5-4AC7-8AC9-C544E3ECA56B}" dt="2025-12-08T06:48:33.408" v="1307" actId="1076"/>
          <ac:spMkLst>
            <pc:docMk/>
            <pc:sldMk cId="3838890193" sldId="281"/>
            <ac:spMk id="2" creationId="{CA879F12-7D30-DAAD-0E72-92BFFC826101}"/>
          </ac:spMkLst>
        </pc:spChg>
        <pc:spChg chg="mod">
          <ac:chgData name="DHANYA P G" userId="73d2de28e2edb29c" providerId="LiveId" clId="{8DF766A0-08F5-4AC7-8AC9-C544E3ECA56B}" dt="2025-12-08T07:25:51.858" v="1363" actId="123"/>
          <ac:spMkLst>
            <pc:docMk/>
            <pc:sldMk cId="3838890193" sldId="281"/>
            <ac:spMk id="3" creationId="{17FACF0E-EB72-41DE-7EC5-81A5F982C2CA}"/>
          </ac:spMkLst>
        </pc:spChg>
        <pc:spChg chg="add">
          <ac:chgData name="DHANYA P G" userId="73d2de28e2edb29c" providerId="LiveId" clId="{8DF766A0-08F5-4AC7-8AC9-C544E3ECA56B}" dt="2025-12-08T07:17:09.467" v="1335"/>
          <ac:spMkLst>
            <pc:docMk/>
            <pc:sldMk cId="3838890193" sldId="281"/>
            <ac:spMk id="4" creationId="{FE058CF8-6C73-0855-9D13-E0E9F23C4821}"/>
          </ac:spMkLst>
        </pc:spChg>
        <pc:picChg chg="add mod">
          <ac:chgData name="DHANYA P G" userId="73d2de28e2edb29c" providerId="LiveId" clId="{8DF766A0-08F5-4AC7-8AC9-C544E3ECA56B}" dt="2025-12-08T07:25:56.402" v="1364" actId="1076"/>
          <ac:picMkLst>
            <pc:docMk/>
            <pc:sldMk cId="3838890193" sldId="281"/>
            <ac:picMk id="5" creationId="{00649CB3-2D20-850C-08EF-E220994EC10F}"/>
          </ac:picMkLst>
        </pc:picChg>
      </pc:sldChg>
      <pc:sldChg chg="addSp modSp new mod ord">
        <pc:chgData name="DHANYA P G" userId="73d2de28e2edb29c" providerId="LiveId" clId="{8DF766A0-08F5-4AC7-8AC9-C544E3ECA56B}" dt="2025-12-08T07:33:34.267" v="1408"/>
        <pc:sldMkLst>
          <pc:docMk/>
          <pc:sldMk cId="922216909" sldId="282"/>
        </pc:sldMkLst>
        <pc:spChg chg="mod">
          <ac:chgData name="DHANYA P G" userId="73d2de28e2edb29c" providerId="LiveId" clId="{8DF766A0-08F5-4AC7-8AC9-C544E3ECA56B}" dt="2025-12-08T07:32:31.651" v="1395" actId="20577"/>
          <ac:spMkLst>
            <pc:docMk/>
            <pc:sldMk cId="922216909" sldId="282"/>
            <ac:spMk id="2" creationId="{0DE79EBE-E2F2-BFE9-0618-7D1DE223B406}"/>
          </ac:spMkLst>
        </pc:spChg>
        <pc:spChg chg="mod">
          <ac:chgData name="DHANYA P G" userId="73d2de28e2edb29c" providerId="LiveId" clId="{8DF766A0-08F5-4AC7-8AC9-C544E3ECA56B}" dt="2025-12-08T07:33:23.227" v="1406" actId="27636"/>
          <ac:spMkLst>
            <pc:docMk/>
            <pc:sldMk cId="922216909" sldId="282"/>
            <ac:spMk id="3" creationId="{9CA75154-22CC-A27B-E859-2ACEF40A4F36}"/>
          </ac:spMkLst>
        </pc:spChg>
        <pc:picChg chg="add mod">
          <ac:chgData name="DHANYA P G" userId="73d2de28e2edb29c" providerId="LiveId" clId="{8DF766A0-08F5-4AC7-8AC9-C544E3ECA56B}" dt="2025-12-08T07:33:18.787" v="1404" actId="1076"/>
          <ac:picMkLst>
            <pc:docMk/>
            <pc:sldMk cId="922216909" sldId="282"/>
            <ac:picMk id="5" creationId="{031EA5BC-A1ED-0250-8D8F-14EC86DF93F3}"/>
          </ac:picMkLst>
        </pc:picChg>
      </pc:sldChg>
      <pc:sldChg chg="modSp new mod">
        <pc:chgData name="DHANYA P G" userId="73d2de28e2edb29c" providerId="LiveId" clId="{8DF766A0-08F5-4AC7-8AC9-C544E3ECA56B}" dt="2025-12-08T07:37:55.851" v="1444" actId="14100"/>
        <pc:sldMkLst>
          <pc:docMk/>
          <pc:sldMk cId="1373008142" sldId="283"/>
        </pc:sldMkLst>
        <pc:spChg chg="mod">
          <ac:chgData name="DHANYA P G" userId="73d2de28e2edb29c" providerId="LiveId" clId="{8DF766A0-08F5-4AC7-8AC9-C544E3ECA56B}" dt="2025-12-08T07:35:31.407" v="1429" actId="1076"/>
          <ac:spMkLst>
            <pc:docMk/>
            <pc:sldMk cId="1373008142" sldId="283"/>
            <ac:spMk id="2" creationId="{571DA6C8-AEB3-0A32-7FD8-76A40F946496}"/>
          </ac:spMkLst>
        </pc:spChg>
        <pc:spChg chg="mod">
          <ac:chgData name="DHANYA P G" userId="73d2de28e2edb29c" providerId="LiveId" clId="{8DF766A0-08F5-4AC7-8AC9-C544E3ECA56B}" dt="2025-12-08T07:37:55.851" v="1444" actId="14100"/>
          <ac:spMkLst>
            <pc:docMk/>
            <pc:sldMk cId="1373008142" sldId="283"/>
            <ac:spMk id="3" creationId="{A4401B4C-DDE6-1EBF-F374-EDD136DFAEEE}"/>
          </ac:spMkLst>
        </pc:spChg>
      </pc:sldChg>
      <pc:sldChg chg="addSp delSp modSp new mod setBg">
        <pc:chgData name="DHANYA P G" userId="73d2de28e2edb29c" providerId="LiveId" clId="{8DF766A0-08F5-4AC7-8AC9-C544E3ECA56B}" dt="2025-12-08T07:39:16.084" v="1471" actId="403"/>
        <pc:sldMkLst>
          <pc:docMk/>
          <pc:sldMk cId="118093547" sldId="284"/>
        </pc:sldMkLst>
        <pc:spChg chg="del">
          <ac:chgData name="DHANYA P G" userId="73d2de28e2edb29c" providerId="LiveId" clId="{8DF766A0-08F5-4AC7-8AC9-C544E3ECA56B}" dt="2025-12-08T07:38:17.586" v="1457" actId="478"/>
          <ac:spMkLst>
            <pc:docMk/>
            <pc:sldMk cId="118093547" sldId="284"/>
            <ac:spMk id="2" creationId="{0C2DC767-5E52-B261-B34B-7666C3635242}"/>
          </ac:spMkLst>
        </pc:spChg>
        <pc:spChg chg="mod">
          <ac:chgData name="DHANYA P G" userId="73d2de28e2edb29c" providerId="LiveId" clId="{8DF766A0-08F5-4AC7-8AC9-C544E3ECA56B}" dt="2025-12-08T07:39:16.084" v="1471" actId="403"/>
          <ac:spMkLst>
            <pc:docMk/>
            <pc:sldMk cId="118093547" sldId="284"/>
            <ac:spMk id="3" creationId="{2A93B032-434D-E2C3-5853-8566770D61A1}"/>
          </ac:spMkLst>
        </pc:spChg>
        <pc:spChg chg="add del">
          <ac:chgData name="DHANYA P G" userId="73d2de28e2edb29c" providerId="LiveId" clId="{8DF766A0-08F5-4AC7-8AC9-C544E3ECA56B}" dt="2025-12-08T07:39:10.982" v="1469" actId="26606"/>
          <ac:spMkLst>
            <pc:docMk/>
            <pc:sldMk cId="118093547" sldId="284"/>
            <ac:spMk id="10" creationId="{063F27BC-7079-4FF7-8F7C-ABC82FA3C247}"/>
          </ac:spMkLst>
        </pc:spChg>
        <pc:picChg chg="add del">
          <ac:chgData name="DHANYA P G" userId="73d2de28e2edb29c" providerId="LiveId" clId="{8DF766A0-08F5-4AC7-8AC9-C544E3ECA56B}" dt="2025-12-08T07:39:10.982" v="1469" actId="26606"/>
          <ac:picMkLst>
            <pc:docMk/>
            <pc:sldMk cId="118093547" sldId="284"/>
            <ac:picMk id="7" creationId="{347E5348-9741-887B-83DB-98B4EED2A73B}"/>
          </ac:picMkLst>
        </pc:picChg>
        <pc:cxnChg chg="add del">
          <ac:chgData name="DHANYA P G" userId="73d2de28e2edb29c" providerId="LiveId" clId="{8DF766A0-08F5-4AC7-8AC9-C544E3ECA56B}" dt="2025-12-08T07:39:10.982" v="1469" actId="26606"/>
          <ac:cxnSpMkLst>
            <pc:docMk/>
            <pc:sldMk cId="118093547" sldId="284"/>
            <ac:cxnSpMk id="12" creationId="{540DBD50-3CB1-A513-2321-1891E3F0954D}"/>
          </ac:cxnSpMkLst>
        </pc:cxnChg>
      </pc:sldChg>
      <pc:sldChg chg="addSp delSp modSp new mod">
        <pc:chgData name="DHANYA P G" userId="73d2de28e2edb29c" providerId="LiveId" clId="{8DF766A0-08F5-4AC7-8AC9-C544E3ECA56B}" dt="2025-12-08T09:07:49.843" v="1499" actId="1076"/>
        <pc:sldMkLst>
          <pc:docMk/>
          <pc:sldMk cId="2224858603" sldId="285"/>
        </pc:sldMkLst>
        <pc:spChg chg="del">
          <ac:chgData name="DHANYA P G" userId="73d2de28e2edb29c" providerId="LiveId" clId="{8DF766A0-08F5-4AC7-8AC9-C544E3ECA56B}" dt="2025-12-08T08:05:37.436" v="1474" actId="478"/>
          <ac:spMkLst>
            <pc:docMk/>
            <pc:sldMk cId="2224858603" sldId="285"/>
            <ac:spMk id="2" creationId="{55ACD733-F6D3-46FB-BB22-FF155FDE9A05}"/>
          </ac:spMkLst>
        </pc:spChg>
        <pc:spChg chg="del">
          <ac:chgData name="DHANYA P G" userId="73d2de28e2edb29c" providerId="LiveId" clId="{8DF766A0-08F5-4AC7-8AC9-C544E3ECA56B}" dt="2025-12-08T08:05:34.210" v="1473"/>
          <ac:spMkLst>
            <pc:docMk/>
            <pc:sldMk cId="2224858603" sldId="285"/>
            <ac:spMk id="3" creationId="{4A73FA6E-5C0A-4E67-96F8-2AFBB2F8A24F}"/>
          </ac:spMkLst>
        </pc:spChg>
        <pc:picChg chg="add mod">
          <ac:chgData name="DHANYA P G" userId="73d2de28e2edb29c" providerId="LiveId" clId="{8DF766A0-08F5-4AC7-8AC9-C544E3ECA56B}" dt="2025-12-08T09:07:49.843" v="1499" actId="1076"/>
          <ac:picMkLst>
            <pc:docMk/>
            <pc:sldMk cId="2224858603" sldId="285"/>
            <ac:picMk id="4" creationId="{05B4C822-56AE-630C-319B-5CBB5D771935}"/>
          </ac:picMkLst>
        </pc:picChg>
      </pc:sldChg>
      <pc:sldChg chg="addSp delSp modSp new mod">
        <pc:chgData name="DHANYA P G" userId="73d2de28e2edb29c" providerId="LiveId" clId="{8DF766A0-08F5-4AC7-8AC9-C544E3ECA56B}" dt="2025-12-08T09:26:13.608" v="1507" actId="1076"/>
        <pc:sldMkLst>
          <pc:docMk/>
          <pc:sldMk cId="1931007254" sldId="286"/>
        </pc:sldMkLst>
        <pc:spChg chg="del">
          <ac:chgData name="DHANYA P G" userId="73d2de28e2edb29c" providerId="LiveId" clId="{8DF766A0-08F5-4AC7-8AC9-C544E3ECA56B}" dt="2025-12-08T08:28:42.861" v="1485" actId="478"/>
          <ac:spMkLst>
            <pc:docMk/>
            <pc:sldMk cId="1931007254" sldId="286"/>
            <ac:spMk id="2" creationId="{95A44C5F-E7EC-D7A2-E038-B9B09846DB44}"/>
          </ac:spMkLst>
        </pc:spChg>
        <pc:spChg chg="del">
          <ac:chgData name="DHANYA P G" userId="73d2de28e2edb29c" providerId="LiveId" clId="{8DF766A0-08F5-4AC7-8AC9-C544E3ECA56B}" dt="2025-12-08T08:28:36.796" v="1483"/>
          <ac:spMkLst>
            <pc:docMk/>
            <pc:sldMk cId="1931007254" sldId="286"/>
            <ac:spMk id="3" creationId="{A649D1FE-B477-1E83-1757-7FF0F28475C6}"/>
          </ac:spMkLst>
        </pc:spChg>
        <pc:picChg chg="add mod">
          <ac:chgData name="DHANYA P G" userId="73d2de28e2edb29c" providerId="LiveId" clId="{8DF766A0-08F5-4AC7-8AC9-C544E3ECA56B}" dt="2025-12-08T09:26:13.608" v="1507" actId="1076"/>
          <ac:picMkLst>
            <pc:docMk/>
            <pc:sldMk cId="1931007254" sldId="286"/>
            <ac:picMk id="4" creationId="{97ADA166-929E-9CA6-57FA-4BDB9D58B829}"/>
          </ac:picMkLst>
        </pc:picChg>
      </pc:sldChg>
      <pc:sldChg chg="addSp delSp modSp new mod">
        <pc:chgData name="DHANYA P G" userId="73d2de28e2edb29c" providerId="LiveId" clId="{8DF766A0-08F5-4AC7-8AC9-C544E3ECA56B}" dt="2025-12-09T06:15:43.583" v="1515" actId="1076"/>
        <pc:sldMkLst>
          <pc:docMk/>
          <pc:sldMk cId="2761206637" sldId="287"/>
        </pc:sldMkLst>
        <pc:spChg chg="del">
          <ac:chgData name="DHANYA P G" userId="73d2de28e2edb29c" providerId="LiveId" clId="{8DF766A0-08F5-4AC7-8AC9-C544E3ECA56B}" dt="2025-12-09T06:15:32.715" v="1510" actId="478"/>
          <ac:spMkLst>
            <pc:docMk/>
            <pc:sldMk cId="2761206637" sldId="287"/>
            <ac:spMk id="2" creationId="{B00B5433-5688-9E96-5A81-BE9302624982}"/>
          </ac:spMkLst>
        </pc:spChg>
        <pc:spChg chg="del">
          <ac:chgData name="DHANYA P G" userId="73d2de28e2edb29c" providerId="LiveId" clId="{8DF766A0-08F5-4AC7-8AC9-C544E3ECA56B}" dt="2025-12-09T06:15:30.056" v="1509"/>
          <ac:spMkLst>
            <pc:docMk/>
            <pc:sldMk cId="2761206637" sldId="287"/>
            <ac:spMk id="3" creationId="{BF0BB18E-BE93-6585-8670-35DE1E50115D}"/>
          </ac:spMkLst>
        </pc:spChg>
        <pc:picChg chg="add mod">
          <ac:chgData name="DHANYA P G" userId="73d2de28e2edb29c" providerId="LiveId" clId="{8DF766A0-08F5-4AC7-8AC9-C544E3ECA56B}" dt="2025-12-09T06:15:43.583" v="1515" actId="1076"/>
          <ac:picMkLst>
            <pc:docMk/>
            <pc:sldMk cId="2761206637" sldId="287"/>
            <ac:picMk id="4" creationId="{47BC60B4-30FC-E80C-4253-6F492BA8FA8A}"/>
          </ac:picMkLst>
        </pc:picChg>
      </pc:sldChg>
      <pc:sldMasterChg chg="add addSldLayout">
        <pc:chgData name="DHANYA P G" userId="73d2de28e2edb29c" providerId="LiveId" clId="{8DF766A0-08F5-4AC7-8AC9-C544E3ECA56B}" dt="2025-11-20T14:36:56.519" v="45" actId="26606"/>
        <pc:sldMasterMkLst>
          <pc:docMk/>
          <pc:sldMasterMk cId="828321178" sldId="2147483686"/>
        </pc:sldMasterMkLst>
        <pc:sldLayoutChg chg="add">
          <pc:chgData name="DHANYA P G" userId="73d2de28e2edb29c" providerId="LiveId" clId="{8DF766A0-08F5-4AC7-8AC9-C544E3ECA56B}" dt="2025-11-20T14:36:56.519" v="45" actId="26606"/>
          <pc:sldLayoutMkLst>
            <pc:docMk/>
            <pc:sldMasterMk cId="828321178" sldId="2147483686"/>
            <pc:sldLayoutMk cId="2481343364" sldId="2147483675"/>
          </pc:sldLayoutMkLst>
        </pc:sldLayoutChg>
        <pc:sldLayoutChg chg="add">
          <pc:chgData name="DHANYA P G" userId="73d2de28e2edb29c" providerId="LiveId" clId="{8DF766A0-08F5-4AC7-8AC9-C544E3ECA56B}" dt="2025-11-20T14:36:56.519" v="45" actId="26606"/>
          <pc:sldLayoutMkLst>
            <pc:docMk/>
            <pc:sldMasterMk cId="828321178" sldId="2147483686"/>
            <pc:sldLayoutMk cId="299803573" sldId="2147483676"/>
          </pc:sldLayoutMkLst>
        </pc:sldLayoutChg>
        <pc:sldLayoutChg chg="add">
          <pc:chgData name="DHANYA P G" userId="73d2de28e2edb29c" providerId="LiveId" clId="{8DF766A0-08F5-4AC7-8AC9-C544E3ECA56B}" dt="2025-11-20T14:36:56.519" v="45" actId="26606"/>
          <pc:sldLayoutMkLst>
            <pc:docMk/>
            <pc:sldMasterMk cId="828321178" sldId="2147483686"/>
            <pc:sldLayoutMk cId="3608403948" sldId="2147483677"/>
          </pc:sldLayoutMkLst>
        </pc:sldLayoutChg>
        <pc:sldLayoutChg chg="add">
          <pc:chgData name="DHANYA P G" userId="73d2de28e2edb29c" providerId="LiveId" clId="{8DF766A0-08F5-4AC7-8AC9-C544E3ECA56B}" dt="2025-11-20T14:36:56.519" v="45" actId="26606"/>
          <pc:sldLayoutMkLst>
            <pc:docMk/>
            <pc:sldMasterMk cId="828321178" sldId="2147483686"/>
            <pc:sldLayoutMk cId="223312508" sldId="2147483678"/>
          </pc:sldLayoutMkLst>
        </pc:sldLayoutChg>
        <pc:sldLayoutChg chg="add">
          <pc:chgData name="DHANYA P G" userId="73d2de28e2edb29c" providerId="LiveId" clId="{8DF766A0-08F5-4AC7-8AC9-C544E3ECA56B}" dt="2025-11-20T14:36:56.519" v="45" actId="26606"/>
          <pc:sldLayoutMkLst>
            <pc:docMk/>
            <pc:sldMasterMk cId="828321178" sldId="2147483686"/>
            <pc:sldLayoutMk cId="3425292135" sldId="2147483679"/>
          </pc:sldLayoutMkLst>
        </pc:sldLayoutChg>
        <pc:sldLayoutChg chg="add">
          <pc:chgData name="DHANYA P G" userId="73d2de28e2edb29c" providerId="LiveId" clId="{8DF766A0-08F5-4AC7-8AC9-C544E3ECA56B}" dt="2025-11-20T14:36:56.519" v="45" actId="26606"/>
          <pc:sldLayoutMkLst>
            <pc:docMk/>
            <pc:sldMasterMk cId="828321178" sldId="2147483686"/>
            <pc:sldLayoutMk cId="3608688638" sldId="2147483680"/>
          </pc:sldLayoutMkLst>
        </pc:sldLayoutChg>
        <pc:sldLayoutChg chg="add">
          <pc:chgData name="DHANYA P G" userId="73d2de28e2edb29c" providerId="LiveId" clId="{8DF766A0-08F5-4AC7-8AC9-C544E3ECA56B}" dt="2025-11-20T14:36:56.519" v="45" actId="26606"/>
          <pc:sldLayoutMkLst>
            <pc:docMk/>
            <pc:sldMasterMk cId="828321178" sldId="2147483686"/>
            <pc:sldLayoutMk cId="1983245743" sldId="2147483681"/>
          </pc:sldLayoutMkLst>
        </pc:sldLayoutChg>
        <pc:sldLayoutChg chg="add">
          <pc:chgData name="DHANYA P G" userId="73d2de28e2edb29c" providerId="LiveId" clId="{8DF766A0-08F5-4AC7-8AC9-C544E3ECA56B}" dt="2025-11-20T14:36:56.519" v="45" actId="26606"/>
          <pc:sldLayoutMkLst>
            <pc:docMk/>
            <pc:sldMasterMk cId="828321178" sldId="2147483686"/>
            <pc:sldLayoutMk cId="1349731355" sldId="2147483682"/>
          </pc:sldLayoutMkLst>
        </pc:sldLayoutChg>
        <pc:sldLayoutChg chg="add">
          <pc:chgData name="DHANYA P G" userId="73d2de28e2edb29c" providerId="LiveId" clId="{8DF766A0-08F5-4AC7-8AC9-C544E3ECA56B}" dt="2025-11-20T14:36:56.519" v="45" actId="26606"/>
          <pc:sldLayoutMkLst>
            <pc:docMk/>
            <pc:sldMasterMk cId="828321178" sldId="2147483686"/>
            <pc:sldLayoutMk cId="4218937902" sldId="2147483683"/>
          </pc:sldLayoutMkLst>
        </pc:sldLayoutChg>
        <pc:sldLayoutChg chg="add">
          <pc:chgData name="DHANYA P G" userId="73d2de28e2edb29c" providerId="LiveId" clId="{8DF766A0-08F5-4AC7-8AC9-C544E3ECA56B}" dt="2025-11-20T14:36:56.519" v="45" actId="26606"/>
          <pc:sldLayoutMkLst>
            <pc:docMk/>
            <pc:sldMasterMk cId="828321178" sldId="2147483686"/>
            <pc:sldLayoutMk cId="4130170770" sldId="2147483684"/>
          </pc:sldLayoutMkLst>
        </pc:sldLayoutChg>
        <pc:sldLayoutChg chg="add">
          <pc:chgData name="DHANYA P G" userId="73d2de28e2edb29c" providerId="LiveId" clId="{8DF766A0-08F5-4AC7-8AC9-C544E3ECA56B}" dt="2025-11-20T14:36:56.519" v="45" actId="26606"/>
          <pc:sldLayoutMkLst>
            <pc:docMk/>
            <pc:sldMasterMk cId="828321178" sldId="2147483686"/>
            <pc:sldLayoutMk cId="1376010115" sldId="2147483685"/>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A19A66-F9C6-4DF3-B23C-F969C1E8DED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F855688-E413-453C-B6B0-8DC6E248E52F}">
      <dgm:prSet/>
      <dgm:spPr/>
      <dgm:t>
        <a:bodyPr/>
        <a:lstStyle/>
        <a:p>
          <a:r>
            <a:rPr lang="en-US" b="1" dirty="0">
              <a:solidFill>
                <a:srgbClr val="FF0000"/>
              </a:solidFill>
            </a:rPr>
            <a:t>Basic Structure of computers </a:t>
          </a:r>
          <a:r>
            <a:rPr lang="en-US" dirty="0">
              <a:solidFill>
                <a:srgbClr val="FF0000"/>
              </a:solidFill>
            </a:rPr>
            <a:t>:– </a:t>
          </a:r>
          <a:r>
            <a:rPr lang="en-US" dirty="0"/>
            <a:t>Functional units - Basic operational concepts; Memory map; Endianness. </a:t>
          </a:r>
        </a:p>
      </dgm:t>
    </dgm:pt>
    <dgm:pt modelId="{53159D9D-6ACC-4AD3-8CAA-8E04BD24531F}" type="parTrans" cxnId="{467D1E56-988B-406F-BD61-7B8AD22E0A96}">
      <dgm:prSet/>
      <dgm:spPr/>
      <dgm:t>
        <a:bodyPr/>
        <a:lstStyle/>
        <a:p>
          <a:endParaRPr lang="en-US"/>
        </a:p>
      </dgm:t>
    </dgm:pt>
    <dgm:pt modelId="{6EFD81B1-60D0-47AA-803B-B75F8D90AEE5}" type="sibTrans" cxnId="{467D1E56-988B-406F-BD61-7B8AD22E0A96}">
      <dgm:prSet/>
      <dgm:spPr/>
      <dgm:t>
        <a:bodyPr/>
        <a:lstStyle/>
        <a:p>
          <a:endParaRPr lang="en-US"/>
        </a:p>
      </dgm:t>
    </dgm:pt>
    <dgm:pt modelId="{C7EBA18E-F2A0-4D81-A926-14E12B2911A4}">
      <dgm:prSet/>
      <dgm:spPr/>
      <dgm:t>
        <a:bodyPr/>
        <a:lstStyle/>
        <a:p>
          <a:r>
            <a:rPr lang="en-US" b="1" dirty="0">
              <a:solidFill>
                <a:srgbClr val="FF0000"/>
              </a:solidFill>
            </a:rPr>
            <a:t>CISC vs RISC architectures</a:t>
          </a:r>
          <a:r>
            <a:rPr lang="en-US" dirty="0"/>
            <a:t>:- RISC Introduction - Assembly Language, Assembler directives, Assembling. </a:t>
          </a:r>
        </a:p>
      </dgm:t>
    </dgm:pt>
    <dgm:pt modelId="{8FDEAB5D-5156-4CDD-BA6D-527F21FB6E21}" type="parTrans" cxnId="{51E22712-BBA8-4F14-860C-FAA302A743FB}">
      <dgm:prSet/>
      <dgm:spPr/>
      <dgm:t>
        <a:bodyPr/>
        <a:lstStyle/>
        <a:p>
          <a:endParaRPr lang="en-US"/>
        </a:p>
      </dgm:t>
    </dgm:pt>
    <dgm:pt modelId="{7A8CD075-7485-4E54-B7F9-7EDEF1CC3DDE}" type="sibTrans" cxnId="{51E22712-BBA8-4F14-860C-FAA302A743FB}">
      <dgm:prSet/>
      <dgm:spPr/>
      <dgm:t>
        <a:bodyPr/>
        <a:lstStyle/>
        <a:p>
          <a:endParaRPr lang="en-US"/>
        </a:p>
      </dgm:t>
    </dgm:pt>
    <dgm:pt modelId="{A50EFA70-404C-4743-84DE-3073284F7BE6}">
      <dgm:prSet/>
      <dgm:spPr/>
      <dgm:t>
        <a:bodyPr/>
        <a:lstStyle/>
        <a:p>
          <a:r>
            <a:rPr lang="en-US" b="1" dirty="0">
              <a:solidFill>
                <a:srgbClr val="FF0000"/>
              </a:solidFill>
            </a:rPr>
            <a:t>Programming concepts </a:t>
          </a:r>
          <a:r>
            <a:rPr lang="en-US" dirty="0"/>
            <a:t>- Program flow, Branching, Conditional statements, Loops, Arrays, Function calls; Instruction execution cycle. </a:t>
          </a:r>
        </a:p>
      </dgm:t>
    </dgm:pt>
    <dgm:pt modelId="{4068B493-8471-417A-9FB8-DB5CBFF6E73B}" type="parTrans" cxnId="{5C5B4DD7-B44E-4104-9F9A-8507CAC58F5D}">
      <dgm:prSet/>
      <dgm:spPr/>
      <dgm:t>
        <a:bodyPr/>
        <a:lstStyle/>
        <a:p>
          <a:endParaRPr lang="en-US"/>
        </a:p>
      </dgm:t>
    </dgm:pt>
    <dgm:pt modelId="{36A1A4F3-CD74-4F44-8302-CD077340DEE4}" type="sibTrans" cxnId="{5C5B4DD7-B44E-4104-9F9A-8507CAC58F5D}">
      <dgm:prSet/>
      <dgm:spPr/>
      <dgm:t>
        <a:bodyPr/>
        <a:lstStyle/>
        <a:p>
          <a:endParaRPr lang="en-US"/>
        </a:p>
      </dgm:t>
    </dgm:pt>
    <dgm:pt modelId="{55F48F8D-91AC-425F-9C74-06251DDD5AE1}">
      <dgm:prSet/>
      <dgm:spPr/>
      <dgm:t>
        <a:bodyPr/>
        <a:lstStyle/>
        <a:p>
          <a:r>
            <a:rPr lang="en-US" b="1" dirty="0">
              <a:solidFill>
                <a:srgbClr val="FF0000"/>
              </a:solidFill>
            </a:rPr>
            <a:t>Machine language </a:t>
          </a:r>
          <a:r>
            <a:rPr lang="en-US" dirty="0"/>
            <a:t>- Instructions, addressing modes, Stored program concept. Evolution of the RISC Architecture. </a:t>
          </a:r>
        </a:p>
      </dgm:t>
    </dgm:pt>
    <dgm:pt modelId="{6A0A4A83-6505-49D2-A095-4B7D29C58AD1}" type="parTrans" cxnId="{C11DEB5C-6DE5-4F74-83E4-09FF8884C3D5}">
      <dgm:prSet/>
      <dgm:spPr/>
      <dgm:t>
        <a:bodyPr/>
        <a:lstStyle/>
        <a:p>
          <a:endParaRPr lang="en-US"/>
        </a:p>
      </dgm:t>
    </dgm:pt>
    <dgm:pt modelId="{B2A68A85-C943-4E33-96F9-F17622E2B0B7}" type="sibTrans" cxnId="{C11DEB5C-6DE5-4F74-83E4-09FF8884C3D5}">
      <dgm:prSet/>
      <dgm:spPr/>
      <dgm:t>
        <a:bodyPr/>
        <a:lstStyle/>
        <a:p>
          <a:endParaRPr lang="en-US"/>
        </a:p>
      </dgm:t>
    </dgm:pt>
    <dgm:pt modelId="{AF4FF905-EDD4-4B02-8766-89B7FD68306A}" type="pres">
      <dgm:prSet presAssocID="{62A19A66-F9C6-4DF3-B23C-F969C1E8DED0}" presName="linear" presStyleCnt="0">
        <dgm:presLayoutVars>
          <dgm:animLvl val="lvl"/>
          <dgm:resizeHandles val="exact"/>
        </dgm:presLayoutVars>
      </dgm:prSet>
      <dgm:spPr/>
    </dgm:pt>
    <dgm:pt modelId="{E6412258-D986-4879-A87E-8A942AC89300}" type="pres">
      <dgm:prSet presAssocID="{1F855688-E413-453C-B6B0-8DC6E248E52F}" presName="parentText" presStyleLbl="node1" presStyleIdx="0" presStyleCnt="4">
        <dgm:presLayoutVars>
          <dgm:chMax val="0"/>
          <dgm:bulletEnabled val="1"/>
        </dgm:presLayoutVars>
      </dgm:prSet>
      <dgm:spPr/>
    </dgm:pt>
    <dgm:pt modelId="{F7C7B525-C9DF-4755-8F87-4027FC6A8410}" type="pres">
      <dgm:prSet presAssocID="{6EFD81B1-60D0-47AA-803B-B75F8D90AEE5}" presName="spacer" presStyleCnt="0"/>
      <dgm:spPr/>
    </dgm:pt>
    <dgm:pt modelId="{CC3774FF-335E-4CE8-B697-BD5CBD6C40C6}" type="pres">
      <dgm:prSet presAssocID="{C7EBA18E-F2A0-4D81-A926-14E12B2911A4}" presName="parentText" presStyleLbl="node1" presStyleIdx="1" presStyleCnt="4">
        <dgm:presLayoutVars>
          <dgm:chMax val="0"/>
          <dgm:bulletEnabled val="1"/>
        </dgm:presLayoutVars>
      </dgm:prSet>
      <dgm:spPr/>
    </dgm:pt>
    <dgm:pt modelId="{6C4B1C83-3247-460D-B77D-536D4BC45BDE}" type="pres">
      <dgm:prSet presAssocID="{7A8CD075-7485-4E54-B7F9-7EDEF1CC3DDE}" presName="spacer" presStyleCnt="0"/>
      <dgm:spPr/>
    </dgm:pt>
    <dgm:pt modelId="{5F5DCB58-80B5-4004-AF79-07D8CF6634B5}" type="pres">
      <dgm:prSet presAssocID="{A50EFA70-404C-4743-84DE-3073284F7BE6}" presName="parentText" presStyleLbl="node1" presStyleIdx="2" presStyleCnt="4">
        <dgm:presLayoutVars>
          <dgm:chMax val="0"/>
          <dgm:bulletEnabled val="1"/>
        </dgm:presLayoutVars>
      </dgm:prSet>
      <dgm:spPr/>
    </dgm:pt>
    <dgm:pt modelId="{15EB9928-DC89-4D87-A3E3-F44E10540610}" type="pres">
      <dgm:prSet presAssocID="{36A1A4F3-CD74-4F44-8302-CD077340DEE4}" presName="spacer" presStyleCnt="0"/>
      <dgm:spPr/>
    </dgm:pt>
    <dgm:pt modelId="{CD0447B4-A0AA-4764-805D-30A0B38FA587}" type="pres">
      <dgm:prSet presAssocID="{55F48F8D-91AC-425F-9C74-06251DDD5AE1}" presName="parentText" presStyleLbl="node1" presStyleIdx="3" presStyleCnt="4">
        <dgm:presLayoutVars>
          <dgm:chMax val="0"/>
          <dgm:bulletEnabled val="1"/>
        </dgm:presLayoutVars>
      </dgm:prSet>
      <dgm:spPr/>
    </dgm:pt>
  </dgm:ptLst>
  <dgm:cxnLst>
    <dgm:cxn modelId="{51E22712-BBA8-4F14-860C-FAA302A743FB}" srcId="{62A19A66-F9C6-4DF3-B23C-F969C1E8DED0}" destId="{C7EBA18E-F2A0-4D81-A926-14E12B2911A4}" srcOrd="1" destOrd="0" parTransId="{8FDEAB5D-5156-4CDD-BA6D-527F21FB6E21}" sibTransId="{7A8CD075-7485-4E54-B7F9-7EDEF1CC3DDE}"/>
    <dgm:cxn modelId="{96005012-0A8D-47FE-A497-2E9FB008D516}" type="presOf" srcId="{1F855688-E413-453C-B6B0-8DC6E248E52F}" destId="{E6412258-D986-4879-A87E-8A942AC89300}" srcOrd="0" destOrd="0" presId="urn:microsoft.com/office/officeart/2005/8/layout/vList2"/>
    <dgm:cxn modelId="{14CD5921-C228-4DAA-A154-55870F9386ED}" type="presOf" srcId="{62A19A66-F9C6-4DF3-B23C-F969C1E8DED0}" destId="{AF4FF905-EDD4-4B02-8766-89B7FD68306A}" srcOrd="0" destOrd="0" presId="urn:microsoft.com/office/officeart/2005/8/layout/vList2"/>
    <dgm:cxn modelId="{B44A1B3C-6157-4D13-9A6A-F8C65A6717E0}" type="presOf" srcId="{C7EBA18E-F2A0-4D81-A926-14E12B2911A4}" destId="{CC3774FF-335E-4CE8-B697-BD5CBD6C40C6}" srcOrd="0" destOrd="0" presId="urn:microsoft.com/office/officeart/2005/8/layout/vList2"/>
    <dgm:cxn modelId="{C11DEB5C-6DE5-4F74-83E4-09FF8884C3D5}" srcId="{62A19A66-F9C6-4DF3-B23C-F969C1E8DED0}" destId="{55F48F8D-91AC-425F-9C74-06251DDD5AE1}" srcOrd="3" destOrd="0" parTransId="{6A0A4A83-6505-49D2-A095-4B7D29C58AD1}" sibTransId="{B2A68A85-C943-4E33-96F9-F17622E2B0B7}"/>
    <dgm:cxn modelId="{467D1E56-988B-406F-BD61-7B8AD22E0A96}" srcId="{62A19A66-F9C6-4DF3-B23C-F969C1E8DED0}" destId="{1F855688-E413-453C-B6B0-8DC6E248E52F}" srcOrd="0" destOrd="0" parTransId="{53159D9D-6ACC-4AD3-8CAA-8E04BD24531F}" sibTransId="{6EFD81B1-60D0-47AA-803B-B75F8D90AEE5}"/>
    <dgm:cxn modelId="{22ED3187-CAFC-42E5-AF94-8C714DB6BE6B}" type="presOf" srcId="{A50EFA70-404C-4743-84DE-3073284F7BE6}" destId="{5F5DCB58-80B5-4004-AF79-07D8CF6634B5}" srcOrd="0" destOrd="0" presId="urn:microsoft.com/office/officeart/2005/8/layout/vList2"/>
    <dgm:cxn modelId="{1611FCD3-D4AE-4D6C-81CD-F70AA75722BD}" type="presOf" srcId="{55F48F8D-91AC-425F-9C74-06251DDD5AE1}" destId="{CD0447B4-A0AA-4764-805D-30A0B38FA587}" srcOrd="0" destOrd="0" presId="urn:microsoft.com/office/officeart/2005/8/layout/vList2"/>
    <dgm:cxn modelId="{5C5B4DD7-B44E-4104-9F9A-8507CAC58F5D}" srcId="{62A19A66-F9C6-4DF3-B23C-F969C1E8DED0}" destId="{A50EFA70-404C-4743-84DE-3073284F7BE6}" srcOrd="2" destOrd="0" parTransId="{4068B493-8471-417A-9FB8-DB5CBFF6E73B}" sibTransId="{36A1A4F3-CD74-4F44-8302-CD077340DEE4}"/>
    <dgm:cxn modelId="{1ED1B169-4B7A-436A-AC52-419BE696011E}" type="presParOf" srcId="{AF4FF905-EDD4-4B02-8766-89B7FD68306A}" destId="{E6412258-D986-4879-A87E-8A942AC89300}" srcOrd="0" destOrd="0" presId="urn:microsoft.com/office/officeart/2005/8/layout/vList2"/>
    <dgm:cxn modelId="{80DA7EED-1410-43B9-84EF-405F7890D08F}" type="presParOf" srcId="{AF4FF905-EDD4-4B02-8766-89B7FD68306A}" destId="{F7C7B525-C9DF-4755-8F87-4027FC6A8410}" srcOrd="1" destOrd="0" presId="urn:microsoft.com/office/officeart/2005/8/layout/vList2"/>
    <dgm:cxn modelId="{7AD20C3C-C8C7-4B4B-AB76-2B3B500CE892}" type="presParOf" srcId="{AF4FF905-EDD4-4B02-8766-89B7FD68306A}" destId="{CC3774FF-335E-4CE8-B697-BD5CBD6C40C6}" srcOrd="2" destOrd="0" presId="urn:microsoft.com/office/officeart/2005/8/layout/vList2"/>
    <dgm:cxn modelId="{00EF91B1-73E9-48EF-9571-37220DAB1526}" type="presParOf" srcId="{AF4FF905-EDD4-4B02-8766-89B7FD68306A}" destId="{6C4B1C83-3247-460D-B77D-536D4BC45BDE}" srcOrd="3" destOrd="0" presId="urn:microsoft.com/office/officeart/2005/8/layout/vList2"/>
    <dgm:cxn modelId="{250A50F6-36F8-41A6-B918-0E1DD21C473B}" type="presParOf" srcId="{AF4FF905-EDD4-4B02-8766-89B7FD68306A}" destId="{5F5DCB58-80B5-4004-AF79-07D8CF6634B5}" srcOrd="4" destOrd="0" presId="urn:microsoft.com/office/officeart/2005/8/layout/vList2"/>
    <dgm:cxn modelId="{7D5450CC-A734-4F98-BCB0-F5BB9B7F0C22}" type="presParOf" srcId="{AF4FF905-EDD4-4B02-8766-89B7FD68306A}" destId="{15EB9928-DC89-4D87-A3E3-F44E10540610}" srcOrd="5" destOrd="0" presId="urn:microsoft.com/office/officeart/2005/8/layout/vList2"/>
    <dgm:cxn modelId="{226E50B0-6480-4AA4-BE82-8B740BB3D714}" type="presParOf" srcId="{AF4FF905-EDD4-4B02-8766-89B7FD68306A}" destId="{CD0447B4-A0AA-4764-805D-30A0B38FA58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7EE3DC-6894-4F49-BC9B-9E256F4D959E}"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B6297D52-07C7-43A5-8475-D87D3EA2810E}">
      <dgm:prSet/>
      <dgm:spPr/>
      <dgm:t>
        <a:bodyPr/>
        <a:lstStyle/>
        <a:p>
          <a:pPr>
            <a:lnSpc>
              <a:spcPct val="100000"/>
            </a:lnSpc>
          </a:pPr>
          <a:r>
            <a:rPr lang="en-US"/>
            <a:t>Computer architecture refers to those </a:t>
          </a:r>
          <a:r>
            <a:rPr lang="en-US" b="1"/>
            <a:t>attributes of a system visible to a programmer </a:t>
          </a:r>
          <a:r>
            <a:rPr lang="en-US"/>
            <a:t>or, those attributes that have a direct impact on the logical execution of a program. </a:t>
          </a:r>
        </a:p>
      </dgm:t>
    </dgm:pt>
    <dgm:pt modelId="{648D46A3-9E42-4BC6-9F8C-5A46CB3E518B}" type="parTrans" cxnId="{49977A80-D8DE-460E-93B9-1F068FD97EFF}">
      <dgm:prSet/>
      <dgm:spPr/>
      <dgm:t>
        <a:bodyPr/>
        <a:lstStyle/>
        <a:p>
          <a:endParaRPr lang="en-US"/>
        </a:p>
      </dgm:t>
    </dgm:pt>
    <dgm:pt modelId="{2F1C9452-7001-4011-9259-09BB06C602CB}" type="sibTrans" cxnId="{49977A80-D8DE-460E-93B9-1F068FD97EFF}">
      <dgm:prSet/>
      <dgm:spPr/>
      <dgm:t>
        <a:bodyPr/>
        <a:lstStyle/>
        <a:p>
          <a:endParaRPr lang="en-US"/>
        </a:p>
      </dgm:t>
    </dgm:pt>
    <dgm:pt modelId="{E4EFAB00-4DC8-4387-821D-7F40889AA86E}">
      <dgm:prSet/>
      <dgm:spPr/>
      <dgm:t>
        <a:bodyPr/>
        <a:lstStyle/>
        <a:p>
          <a:pPr>
            <a:lnSpc>
              <a:spcPct val="100000"/>
            </a:lnSpc>
          </a:pPr>
          <a:r>
            <a:rPr lang="en-US" dirty="0"/>
            <a:t>computer architecture = instruction set architecture (ISA) . </a:t>
          </a:r>
        </a:p>
      </dgm:t>
    </dgm:pt>
    <dgm:pt modelId="{B1547FB4-FBC8-499C-B6F5-74D870722AAB}" type="parTrans" cxnId="{F77137EC-FD6C-4AB8-9EFA-1F0D3213F475}">
      <dgm:prSet/>
      <dgm:spPr/>
      <dgm:t>
        <a:bodyPr/>
        <a:lstStyle/>
        <a:p>
          <a:endParaRPr lang="en-US"/>
        </a:p>
      </dgm:t>
    </dgm:pt>
    <dgm:pt modelId="{A9B4415B-0363-42B7-96C2-42B50EF08709}" type="sibTrans" cxnId="{F77137EC-FD6C-4AB8-9EFA-1F0D3213F475}">
      <dgm:prSet/>
      <dgm:spPr/>
      <dgm:t>
        <a:bodyPr/>
        <a:lstStyle/>
        <a:p>
          <a:endParaRPr lang="en-US"/>
        </a:p>
      </dgm:t>
    </dgm:pt>
    <dgm:pt modelId="{126AB946-89FC-4854-9315-617D71B79516}">
      <dgm:prSet/>
      <dgm:spPr/>
      <dgm:t>
        <a:bodyPr/>
        <a:lstStyle/>
        <a:p>
          <a:pPr>
            <a:lnSpc>
              <a:spcPct val="100000"/>
            </a:lnSpc>
          </a:pPr>
          <a:r>
            <a:rPr lang="en-US"/>
            <a:t>The ISA defines</a:t>
          </a:r>
        </a:p>
      </dgm:t>
    </dgm:pt>
    <dgm:pt modelId="{96E70CDF-72AB-4ED9-8078-31E870710A39}" type="parTrans" cxnId="{E0E38F53-5F3C-42A2-9F7E-E44F01E7FCF0}">
      <dgm:prSet/>
      <dgm:spPr/>
      <dgm:t>
        <a:bodyPr/>
        <a:lstStyle/>
        <a:p>
          <a:endParaRPr lang="en-US"/>
        </a:p>
      </dgm:t>
    </dgm:pt>
    <dgm:pt modelId="{562E89A1-50F6-49B0-830C-ADB80C157A42}" type="sibTrans" cxnId="{E0E38F53-5F3C-42A2-9F7E-E44F01E7FCF0}">
      <dgm:prSet/>
      <dgm:spPr/>
      <dgm:t>
        <a:bodyPr/>
        <a:lstStyle/>
        <a:p>
          <a:endParaRPr lang="en-US"/>
        </a:p>
      </dgm:t>
    </dgm:pt>
    <dgm:pt modelId="{FB6B7F86-9B21-4B5B-869F-14484C5FA988}">
      <dgm:prSet custT="1"/>
      <dgm:spPr/>
      <dgm:t>
        <a:bodyPr/>
        <a:lstStyle/>
        <a:p>
          <a:pPr>
            <a:lnSpc>
              <a:spcPct val="100000"/>
            </a:lnSpc>
          </a:pPr>
          <a:r>
            <a:rPr lang="en-US" sz="1800" b="1" dirty="0"/>
            <a:t>Instruction formats, instruction opcodes, registers, instruction and data memory</a:t>
          </a:r>
          <a:r>
            <a:rPr lang="en-US" sz="1800" dirty="0"/>
            <a:t> </a:t>
          </a:r>
        </a:p>
      </dgm:t>
    </dgm:pt>
    <dgm:pt modelId="{5DBB446B-480E-4500-B20B-474E108CEC12}" type="parTrans" cxnId="{B6E37F8E-0F58-45BB-A698-CA20A1BCC997}">
      <dgm:prSet/>
      <dgm:spPr/>
      <dgm:t>
        <a:bodyPr/>
        <a:lstStyle/>
        <a:p>
          <a:endParaRPr lang="en-US"/>
        </a:p>
      </dgm:t>
    </dgm:pt>
    <dgm:pt modelId="{8B61F91E-9740-4142-B818-BECF09E3CD4F}" type="sibTrans" cxnId="{B6E37F8E-0F58-45BB-A698-CA20A1BCC997}">
      <dgm:prSet/>
      <dgm:spPr/>
      <dgm:t>
        <a:bodyPr/>
        <a:lstStyle/>
        <a:p>
          <a:endParaRPr lang="en-US"/>
        </a:p>
      </dgm:t>
    </dgm:pt>
    <dgm:pt modelId="{9F5D5BE4-F59F-42A3-8639-B7E19427F4AD}">
      <dgm:prSet custT="1"/>
      <dgm:spPr/>
      <dgm:t>
        <a:bodyPr/>
        <a:lstStyle/>
        <a:p>
          <a:pPr>
            <a:lnSpc>
              <a:spcPct val="100000"/>
            </a:lnSpc>
          </a:pPr>
          <a:r>
            <a:rPr lang="en-US" sz="1800" b="1" dirty="0"/>
            <a:t>The effect of executed instructions on the registers and memory and </a:t>
          </a:r>
          <a:endParaRPr lang="en-US" sz="1800" dirty="0"/>
        </a:p>
      </dgm:t>
    </dgm:pt>
    <dgm:pt modelId="{5CA45845-C5C6-43C7-B9E0-B35766D00E78}" type="parTrans" cxnId="{4AA7C578-D495-4ED0-BC76-9503FA8E7CE4}">
      <dgm:prSet/>
      <dgm:spPr/>
      <dgm:t>
        <a:bodyPr/>
        <a:lstStyle/>
        <a:p>
          <a:endParaRPr lang="en-US"/>
        </a:p>
      </dgm:t>
    </dgm:pt>
    <dgm:pt modelId="{D206ACD3-7FDF-4566-AE2D-48BBC9F79C84}" type="sibTrans" cxnId="{4AA7C578-D495-4ED0-BC76-9503FA8E7CE4}">
      <dgm:prSet/>
      <dgm:spPr/>
      <dgm:t>
        <a:bodyPr/>
        <a:lstStyle/>
        <a:p>
          <a:endParaRPr lang="en-US"/>
        </a:p>
      </dgm:t>
    </dgm:pt>
    <dgm:pt modelId="{E4E2B17E-C06D-45BB-8E46-15D8ED1D5E3E}">
      <dgm:prSet custT="1"/>
      <dgm:spPr/>
      <dgm:t>
        <a:bodyPr/>
        <a:lstStyle/>
        <a:p>
          <a:pPr>
            <a:lnSpc>
              <a:spcPct val="100000"/>
            </a:lnSpc>
          </a:pPr>
          <a:r>
            <a:rPr lang="en-US" sz="1800" b="1" dirty="0"/>
            <a:t>An algorithm for controlling instruction execution.</a:t>
          </a:r>
          <a:endParaRPr lang="en-US" sz="1800" dirty="0"/>
        </a:p>
      </dgm:t>
    </dgm:pt>
    <dgm:pt modelId="{7B6F5C72-8A70-4605-BE81-0A6A46A72040}" type="parTrans" cxnId="{0B0926B4-6446-4111-B45E-9801215BF5F1}">
      <dgm:prSet/>
      <dgm:spPr/>
      <dgm:t>
        <a:bodyPr/>
        <a:lstStyle/>
        <a:p>
          <a:endParaRPr lang="en-US"/>
        </a:p>
      </dgm:t>
    </dgm:pt>
    <dgm:pt modelId="{0094AF9A-EDE1-4F52-98D3-206AF73E9F33}" type="sibTrans" cxnId="{0B0926B4-6446-4111-B45E-9801215BF5F1}">
      <dgm:prSet/>
      <dgm:spPr/>
      <dgm:t>
        <a:bodyPr/>
        <a:lstStyle/>
        <a:p>
          <a:endParaRPr lang="en-US"/>
        </a:p>
      </dgm:t>
    </dgm:pt>
    <dgm:pt modelId="{4B9A0B09-4219-4FE2-B2E1-67C31F831E89}" type="pres">
      <dgm:prSet presAssocID="{3C7EE3DC-6894-4F49-BC9B-9E256F4D959E}" presName="root" presStyleCnt="0">
        <dgm:presLayoutVars>
          <dgm:dir/>
          <dgm:resizeHandles val="exact"/>
        </dgm:presLayoutVars>
      </dgm:prSet>
      <dgm:spPr/>
    </dgm:pt>
    <dgm:pt modelId="{8DA79AF2-3BB4-4740-B899-0ADD566BEA9C}" type="pres">
      <dgm:prSet presAssocID="{B6297D52-07C7-43A5-8475-D87D3EA2810E}" presName="compNode" presStyleCnt="0"/>
      <dgm:spPr/>
    </dgm:pt>
    <dgm:pt modelId="{5F9F0390-A980-41A4-8CFF-A844AABA2400}" type="pres">
      <dgm:prSet presAssocID="{B6297D52-07C7-43A5-8475-D87D3EA2810E}" presName="bgRect" presStyleLbl="bgShp" presStyleIdx="0" presStyleCnt="3"/>
      <dgm:spPr/>
    </dgm:pt>
    <dgm:pt modelId="{A2A9E7F5-838A-4921-A597-2D280547C022}" type="pres">
      <dgm:prSet presAssocID="{B6297D52-07C7-43A5-8475-D87D3EA2810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BBBDFD6C-6B27-40DD-8C24-39778017D881}" type="pres">
      <dgm:prSet presAssocID="{B6297D52-07C7-43A5-8475-D87D3EA2810E}" presName="spaceRect" presStyleCnt="0"/>
      <dgm:spPr/>
    </dgm:pt>
    <dgm:pt modelId="{D54A27AD-B6EF-4240-B2BF-A698B3CA8B7E}" type="pres">
      <dgm:prSet presAssocID="{B6297D52-07C7-43A5-8475-D87D3EA2810E}" presName="parTx" presStyleLbl="revTx" presStyleIdx="0" presStyleCnt="4">
        <dgm:presLayoutVars>
          <dgm:chMax val="0"/>
          <dgm:chPref val="0"/>
        </dgm:presLayoutVars>
      </dgm:prSet>
      <dgm:spPr/>
    </dgm:pt>
    <dgm:pt modelId="{DDDEF64B-84B7-4B80-92F9-7DBC64CD18E0}" type="pres">
      <dgm:prSet presAssocID="{2F1C9452-7001-4011-9259-09BB06C602CB}" presName="sibTrans" presStyleCnt="0"/>
      <dgm:spPr/>
    </dgm:pt>
    <dgm:pt modelId="{FAE59499-B13C-4D21-8712-F61AF5A96BC3}" type="pres">
      <dgm:prSet presAssocID="{E4EFAB00-4DC8-4387-821D-7F40889AA86E}" presName="compNode" presStyleCnt="0"/>
      <dgm:spPr/>
    </dgm:pt>
    <dgm:pt modelId="{BA08A7DC-A76D-49C5-BBCD-F71F0567F379}" type="pres">
      <dgm:prSet presAssocID="{E4EFAB00-4DC8-4387-821D-7F40889AA86E}" presName="bgRect" presStyleLbl="bgShp" presStyleIdx="1" presStyleCnt="3"/>
      <dgm:spPr/>
    </dgm:pt>
    <dgm:pt modelId="{6AFEF9CC-1B6C-443E-B0FB-031240A8A2C5}" type="pres">
      <dgm:prSet presAssocID="{E4EFAB00-4DC8-4387-821D-7F40889AA86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rver"/>
        </a:ext>
      </dgm:extLst>
    </dgm:pt>
    <dgm:pt modelId="{A67C1B79-30F1-4877-AF26-2EBE90F247C2}" type="pres">
      <dgm:prSet presAssocID="{E4EFAB00-4DC8-4387-821D-7F40889AA86E}" presName="spaceRect" presStyleCnt="0"/>
      <dgm:spPr/>
    </dgm:pt>
    <dgm:pt modelId="{EFA30D69-2533-48B8-87EC-E06FA8618C7C}" type="pres">
      <dgm:prSet presAssocID="{E4EFAB00-4DC8-4387-821D-7F40889AA86E}" presName="parTx" presStyleLbl="revTx" presStyleIdx="1" presStyleCnt="4">
        <dgm:presLayoutVars>
          <dgm:chMax val="0"/>
          <dgm:chPref val="0"/>
        </dgm:presLayoutVars>
      </dgm:prSet>
      <dgm:spPr/>
    </dgm:pt>
    <dgm:pt modelId="{9A5554F3-569B-4CF2-9364-0F8F2EFFC89C}" type="pres">
      <dgm:prSet presAssocID="{A9B4415B-0363-42B7-96C2-42B50EF08709}" presName="sibTrans" presStyleCnt="0"/>
      <dgm:spPr/>
    </dgm:pt>
    <dgm:pt modelId="{EF216EF3-7108-4B36-98DE-471D41A40A93}" type="pres">
      <dgm:prSet presAssocID="{126AB946-89FC-4854-9315-617D71B79516}" presName="compNode" presStyleCnt="0"/>
      <dgm:spPr/>
    </dgm:pt>
    <dgm:pt modelId="{CE4E4136-F9CD-4875-8358-CDDB3B9EB7A7}" type="pres">
      <dgm:prSet presAssocID="{126AB946-89FC-4854-9315-617D71B79516}" presName="bgRect" presStyleLbl="bgShp" presStyleIdx="2" presStyleCnt="3" custScaleY="126869"/>
      <dgm:spPr/>
    </dgm:pt>
    <dgm:pt modelId="{D132EDC4-8F57-4337-A5A5-1001D8E6AD8B}" type="pres">
      <dgm:prSet presAssocID="{126AB946-89FC-4854-9315-617D71B7951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E5C499F0-677A-4227-9D84-992CADEB1C15}" type="pres">
      <dgm:prSet presAssocID="{126AB946-89FC-4854-9315-617D71B79516}" presName="spaceRect" presStyleCnt="0"/>
      <dgm:spPr/>
    </dgm:pt>
    <dgm:pt modelId="{C5B3D498-B0BA-4310-B5A8-18C3F535CF4C}" type="pres">
      <dgm:prSet presAssocID="{126AB946-89FC-4854-9315-617D71B79516}" presName="parTx" presStyleLbl="revTx" presStyleIdx="2" presStyleCnt="4">
        <dgm:presLayoutVars>
          <dgm:chMax val="0"/>
          <dgm:chPref val="0"/>
        </dgm:presLayoutVars>
      </dgm:prSet>
      <dgm:spPr/>
    </dgm:pt>
    <dgm:pt modelId="{A521ECE4-1E0A-46C9-8A04-2A598681DC67}" type="pres">
      <dgm:prSet presAssocID="{126AB946-89FC-4854-9315-617D71B79516}" presName="desTx" presStyleLbl="revTx" presStyleIdx="3" presStyleCnt="4" custScaleX="137474" custLinFactNeighborX="-23730" custLinFactNeighborY="1912">
        <dgm:presLayoutVars/>
      </dgm:prSet>
      <dgm:spPr/>
    </dgm:pt>
  </dgm:ptLst>
  <dgm:cxnLst>
    <dgm:cxn modelId="{5EBBDD4D-1D6B-46BA-B6B1-BCB046A7F754}" type="presOf" srcId="{B6297D52-07C7-43A5-8475-D87D3EA2810E}" destId="{D54A27AD-B6EF-4240-B2BF-A698B3CA8B7E}" srcOrd="0" destOrd="0" presId="urn:microsoft.com/office/officeart/2018/2/layout/IconVerticalSolidList"/>
    <dgm:cxn modelId="{E0E38F53-5F3C-42A2-9F7E-E44F01E7FCF0}" srcId="{3C7EE3DC-6894-4F49-BC9B-9E256F4D959E}" destId="{126AB946-89FC-4854-9315-617D71B79516}" srcOrd="2" destOrd="0" parTransId="{96E70CDF-72AB-4ED9-8078-31E870710A39}" sibTransId="{562E89A1-50F6-49B0-830C-ADB80C157A42}"/>
    <dgm:cxn modelId="{4AA7C578-D495-4ED0-BC76-9503FA8E7CE4}" srcId="{126AB946-89FC-4854-9315-617D71B79516}" destId="{9F5D5BE4-F59F-42A3-8639-B7E19427F4AD}" srcOrd="1" destOrd="0" parTransId="{5CA45845-C5C6-43C7-B9E0-B35766D00E78}" sibTransId="{D206ACD3-7FDF-4566-AE2D-48BBC9F79C84}"/>
    <dgm:cxn modelId="{0513EF7C-7514-470D-B6A0-D2A54A8AB79B}" type="presOf" srcId="{9F5D5BE4-F59F-42A3-8639-B7E19427F4AD}" destId="{A521ECE4-1E0A-46C9-8A04-2A598681DC67}" srcOrd="0" destOrd="1" presId="urn:microsoft.com/office/officeart/2018/2/layout/IconVerticalSolidList"/>
    <dgm:cxn modelId="{56FC837E-1AC4-4AA2-A48F-F999CE3A620C}" type="presOf" srcId="{E4E2B17E-C06D-45BB-8E46-15D8ED1D5E3E}" destId="{A521ECE4-1E0A-46C9-8A04-2A598681DC67}" srcOrd="0" destOrd="2" presId="urn:microsoft.com/office/officeart/2018/2/layout/IconVerticalSolidList"/>
    <dgm:cxn modelId="{49977A80-D8DE-460E-93B9-1F068FD97EFF}" srcId="{3C7EE3DC-6894-4F49-BC9B-9E256F4D959E}" destId="{B6297D52-07C7-43A5-8475-D87D3EA2810E}" srcOrd="0" destOrd="0" parTransId="{648D46A3-9E42-4BC6-9F8C-5A46CB3E518B}" sibTransId="{2F1C9452-7001-4011-9259-09BB06C602CB}"/>
    <dgm:cxn modelId="{B6E37F8E-0F58-45BB-A698-CA20A1BCC997}" srcId="{126AB946-89FC-4854-9315-617D71B79516}" destId="{FB6B7F86-9B21-4B5B-869F-14484C5FA988}" srcOrd="0" destOrd="0" parTransId="{5DBB446B-480E-4500-B20B-474E108CEC12}" sibTransId="{8B61F91E-9740-4142-B818-BECF09E3CD4F}"/>
    <dgm:cxn modelId="{199B1E93-2EC6-4389-A59A-0DE815CF2D7A}" type="presOf" srcId="{FB6B7F86-9B21-4B5B-869F-14484C5FA988}" destId="{A521ECE4-1E0A-46C9-8A04-2A598681DC67}" srcOrd="0" destOrd="0" presId="urn:microsoft.com/office/officeart/2018/2/layout/IconVerticalSolidList"/>
    <dgm:cxn modelId="{9D99AE93-D7A3-4FAD-8A2C-000CA01426B4}" type="presOf" srcId="{3C7EE3DC-6894-4F49-BC9B-9E256F4D959E}" destId="{4B9A0B09-4219-4FE2-B2E1-67C31F831E89}" srcOrd="0" destOrd="0" presId="urn:microsoft.com/office/officeart/2018/2/layout/IconVerticalSolidList"/>
    <dgm:cxn modelId="{0B0926B4-6446-4111-B45E-9801215BF5F1}" srcId="{126AB946-89FC-4854-9315-617D71B79516}" destId="{E4E2B17E-C06D-45BB-8E46-15D8ED1D5E3E}" srcOrd="2" destOrd="0" parTransId="{7B6F5C72-8A70-4605-BE81-0A6A46A72040}" sibTransId="{0094AF9A-EDE1-4F52-98D3-206AF73E9F33}"/>
    <dgm:cxn modelId="{8026A3BC-A4BD-4268-A895-6B6A317DACD5}" type="presOf" srcId="{126AB946-89FC-4854-9315-617D71B79516}" destId="{C5B3D498-B0BA-4310-B5A8-18C3F535CF4C}" srcOrd="0" destOrd="0" presId="urn:microsoft.com/office/officeart/2018/2/layout/IconVerticalSolidList"/>
    <dgm:cxn modelId="{387F58BD-FB1B-4CC1-BE3A-16D8C086FC98}" type="presOf" srcId="{E4EFAB00-4DC8-4387-821D-7F40889AA86E}" destId="{EFA30D69-2533-48B8-87EC-E06FA8618C7C}" srcOrd="0" destOrd="0" presId="urn:microsoft.com/office/officeart/2018/2/layout/IconVerticalSolidList"/>
    <dgm:cxn modelId="{F77137EC-FD6C-4AB8-9EFA-1F0D3213F475}" srcId="{3C7EE3DC-6894-4F49-BC9B-9E256F4D959E}" destId="{E4EFAB00-4DC8-4387-821D-7F40889AA86E}" srcOrd="1" destOrd="0" parTransId="{B1547FB4-FBC8-499C-B6F5-74D870722AAB}" sibTransId="{A9B4415B-0363-42B7-96C2-42B50EF08709}"/>
    <dgm:cxn modelId="{0B8CBD67-FA3A-45D3-AE41-E590E91667CC}" type="presParOf" srcId="{4B9A0B09-4219-4FE2-B2E1-67C31F831E89}" destId="{8DA79AF2-3BB4-4740-B899-0ADD566BEA9C}" srcOrd="0" destOrd="0" presId="urn:microsoft.com/office/officeart/2018/2/layout/IconVerticalSolidList"/>
    <dgm:cxn modelId="{0E8EF423-EFF7-46E6-A652-5CAD816856EA}" type="presParOf" srcId="{8DA79AF2-3BB4-4740-B899-0ADD566BEA9C}" destId="{5F9F0390-A980-41A4-8CFF-A844AABA2400}" srcOrd="0" destOrd="0" presId="urn:microsoft.com/office/officeart/2018/2/layout/IconVerticalSolidList"/>
    <dgm:cxn modelId="{4827A4F2-AB7A-4669-92DF-EB8EB653DBE1}" type="presParOf" srcId="{8DA79AF2-3BB4-4740-B899-0ADD566BEA9C}" destId="{A2A9E7F5-838A-4921-A597-2D280547C022}" srcOrd="1" destOrd="0" presId="urn:microsoft.com/office/officeart/2018/2/layout/IconVerticalSolidList"/>
    <dgm:cxn modelId="{D1F99A55-5544-45CA-BF12-C7372DC0F8D8}" type="presParOf" srcId="{8DA79AF2-3BB4-4740-B899-0ADD566BEA9C}" destId="{BBBDFD6C-6B27-40DD-8C24-39778017D881}" srcOrd="2" destOrd="0" presId="urn:microsoft.com/office/officeart/2018/2/layout/IconVerticalSolidList"/>
    <dgm:cxn modelId="{A34530F7-65E4-4E07-AE62-4BFE58ABA939}" type="presParOf" srcId="{8DA79AF2-3BB4-4740-B899-0ADD566BEA9C}" destId="{D54A27AD-B6EF-4240-B2BF-A698B3CA8B7E}" srcOrd="3" destOrd="0" presId="urn:microsoft.com/office/officeart/2018/2/layout/IconVerticalSolidList"/>
    <dgm:cxn modelId="{5D3671BC-4E7A-4853-A4C7-304D837A4DED}" type="presParOf" srcId="{4B9A0B09-4219-4FE2-B2E1-67C31F831E89}" destId="{DDDEF64B-84B7-4B80-92F9-7DBC64CD18E0}" srcOrd="1" destOrd="0" presId="urn:microsoft.com/office/officeart/2018/2/layout/IconVerticalSolidList"/>
    <dgm:cxn modelId="{FF110970-BC19-4343-9ACA-445CEDBD8E2C}" type="presParOf" srcId="{4B9A0B09-4219-4FE2-B2E1-67C31F831E89}" destId="{FAE59499-B13C-4D21-8712-F61AF5A96BC3}" srcOrd="2" destOrd="0" presId="urn:microsoft.com/office/officeart/2018/2/layout/IconVerticalSolidList"/>
    <dgm:cxn modelId="{75144B44-55A9-4AA2-8C20-83E4C144F6C7}" type="presParOf" srcId="{FAE59499-B13C-4D21-8712-F61AF5A96BC3}" destId="{BA08A7DC-A76D-49C5-BBCD-F71F0567F379}" srcOrd="0" destOrd="0" presId="urn:microsoft.com/office/officeart/2018/2/layout/IconVerticalSolidList"/>
    <dgm:cxn modelId="{8592317A-0FBC-41DC-B963-1C1DA55BE888}" type="presParOf" srcId="{FAE59499-B13C-4D21-8712-F61AF5A96BC3}" destId="{6AFEF9CC-1B6C-443E-B0FB-031240A8A2C5}" srcOrd="1" destOrd="0" presId="urn:microsoft.com/office/officeart/2018/2/layout/IconVerticalSolidList"/>
    <dgm:cxn modelId="{066B67E1-0D00-4529-97EA-5C933282DD31}" type="presParOf" srcId="{FAE59499-B13C-4D21-8712-F61AF5A96BC3}" destId="{A67C1B79-30F1-4877-AF26-2EBE90F247C2}" srcOrd="2" destOrd="0" presId="urn:microsoft.com/office/officeart/2018/2/layout/IconVerticalSolidList"/>
    <dgm:cxn modelId="{A135E719-95C9-4853-AD82-7A86E5B1D33A}" type="presParOf" srcId="{FAE59499-B13C-4D21-8712-F61AF5A96BC3}" destId="{EFA30D69-2533-48B8-87EC-E06FA8618C7C}" srcOrd="3" destOrd="0" presId="urn:microsoft.com/office/officeart/2018/2/layout/IconVerticalSolidList"/>
    <dgm:cxn modelId="{1C349FE9-358C-4E91-959A-97AF1443AD7F}" type="presParOf" srcId="{4B9A0B09-4219-4FE2-B2E1-67C31F831E89}" destId="{9A5554F3-569B-4CF2-9364-0F8F2EFFC89C}" srcOrd="3" destOrd="0" presId="urn:microsoft.com/office/officeart/2018/2/layout/IconVerticalSolidList"/>
    <dgm:cxn modelId="{29F7A0B4-CDE1-4A9E-AB75-7812DFA3C68F}" type="presParOf" srcId="{4B9A0B09-4219-4FE2-B2E1-67C31F831E89}" destId="{EF216EF3-7108-4B36-98DE-471D41A40A93}" srcOrd="4" destOrd="0" presId="urn:microsoft.com/office/officeart/2018/2/layout/IconVerticalSolidList"/>
    <dgm:cxn modelId="{3239EC43-EA0C-4A6C-A493-C5ED7BFA718A}" type="presParOf" srcId="{EF216EF3-7108-4B36-98DE-471D41A40A93}" destId="{CE4E4136-F9CD-4875-8358-CDDB3B9EB7A7}" srcOrd="0" destOrd="0" presId="urn:microsoft.com/office/officeart/2018/2/layout/IconVerticalSolidList"/>
    <dgm:cxn modelId="{52442B96-C52C-488C-A876-0B475D69637E}" type="presParOf" srcId="{EF216EF3-7108-4B36-98DE-471D41A40A93}" destId="{D132EDC4-8F57-4337-A5A5-1001D8E6AD8B}" srcOrd="1" destOrd="0" presId="urn:microsoft.com/office/officeart/2018/2/layout/IconVerticalSolidList"/>
    <dgm:cxn modelId="{C7B73E86-868F-4E0B-A7D2-DC24438982B0}" type="presParOf" srcId="{EF216EF3-7108-4B36-98DE-471D41A40A93}" destId="{E5C499F0-677A-4227-9D84-992CADEB1C15}" srcOrd="2" destOrd="0" presId="urn:microsoft.com/office/officeart/2018/2/layout/IconVerticalSolidList"/>
    <dgm:cxn modelId="{7AEEA9D9-E1BF-416E-A312-5C500D4A840A}" type="presParOf" srcId="{EF216EF3-7108-4B36-98DE-471D41A40A93}" destId="{C5B3D498-B0BA-4310-B5A8-18C3F535CF4C}" srcOrd="3" destOrd="0" presId="urn:microsoft.com/office/officeart/2018/2/layout/IconVerticalSolidList"/>
    <dgm:cxn modelId="{9FBE2509-D26F-439E-9F5D-874392FFD5EA}" type="presParOf" srcId="{EF216EF3-7108-4B36-98DE-471D41A40A93}" destId="{A521ECE4-1E0A-46C9-8A04-2A598681DC6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1E29E5-4440-45CA-B31A-C56A2C47413C}"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US"/>
        </a:p>
      </dgm:t>
    </dgm:pt>
    <dgm:pt modelId="{29B6681E-0F93-4E36-A5BE-0FFD043CCB68}">
      <dgm:prSet/>
      <dgm:spPr>
        <a:solidFill>
          <a:schemeClr val="accent2">
            <a:lumMod val="40000"/>
            <a:lumOff val="60000"/>
          </a:schemeClr>
        </a:solidFill>
      </dgm:spPr>
      <dgm:t>
        <a:bodyPr/>
        <a:lstStyle/>
        <a:p>
          <a:r>
            <a:rPr lang="en-US" b="1">
              <a:solidFill>
                <a:schemeClr val="tx1"/>
              </a:solidFill>
            </a:rPr>
            <a:t>Computer organization </a:t>
          </a:r>
          <a:r>
            <a:rPr lang="en-US">
              <a:solidFill>
                <a:schemeClr val="tx1"/>
              </a:solidFill>
            </a:rPr>
            <a:t>refers to the operational units and their interconnections that realize the architectural specifications. </a:t>
          </a:r>
        </a:p>
      </dgm:t>
    </dgm:pt>
    <dgm:pt modelId="{08A5A612-0483-4F9E-87A6-5370F10ACF93}" type="parTrans" cxnId="{3A11E1D3-8F03-40E5-9E8A-4DC22F559399}">
      <dgm:prSet/>
      <dgm:spPr/>
      <dgm:t>
        <a:bodyPr/>
        <a:lstStyle/>
        <a:p>
          <a:endParaRPr lang="en-US"/>
        </a:p>
      </dgm:t>
    </dgm:pt>
    <dgm:pt modelId="{31ADAAC6-88DF-40AA-A6FE-A81C7DEF88AE}" type="sibTrans" cxnId="{3A11E1D3-8F03-40E5-9E8A-4DC22F559399}">
      <dgm:prSet/>
      <dgm:spPr/>
      <dgm:t>
        <a:bodyPr/>
        <a:lstStyle/>
        <a:p>
          <a:endParaRPr lang="en-US"/>
        </a:p>
      </dgm:t>
    </dgm:pt>
    <dgm:pt modelId="{3D5D584A-5424-4F69-9066-74625F50BDD9}">
      <dgm:prSet/>
      <dgm:spPr>
        <a:solidFill>
          <a:schemeClr val="accent2">
            <a:lumMod val="40000"/>
            <a:lumOff val="60000"/>
          </a:schemeClr>
        </a:solidFill>
      </dgm:spPr>
      <dgm:t>
        <a:bodyPr/>
        <a:lstStyle/>
        <a:p>
          <a:r>
            <a:rPr lang="en-US" dirty="0">
              <a:solidFill>
                <a:schemeClr val="tx1"/>
              </a:solidFill>
            </a:rPr>
            <a:t>Examples of </a:t>
          </a:r>
          <a:r>
            <a:rPr lang="en-US" b="1" dirty="0">
              <a:solidFill>
                <a:schemeClr val="tx1"/>
              </a:solidFill>
            </a:rPr>
            <a:t>architectural attributes </a:t>
          </a:r>
          <a:r>
            <a:rPr lang="en-US" dirty="0">
              <a:solidFill>
                <a:schemeClr val="tx1"/>
              </a:solidFill>
            </a:rPr>
            <a:t>include the </a:t>
          </a:r>
        </a:p>
        <a:p>
          <a:r>
            <a:rPr lang="en-US" b="1" dirty="0">
              <a:solidFill>
                <a:srgbClr val="FF0000"/>
              </a:solidFill>
            </a:rPr>
            <a:t>instruction set, the number of bits used to represent various data types (e.g., numbers, characters), I/O mechanisms, and techniques for addressing memory.</a:t>
          </a:r>
          <a:r>
            <a:rPr lang="en-US" dirty="0">
              <a:solidFill>
                <a:srgbClr val="FF0000"/>
              </a:solidFill>
            </a:rPr>
            <a:t> </a:t>
          </a:r>
        </a:p>
      </dgm:t>
    </dgm:pt>
    <dgm:pt modelId="{ABA12EDE-BBCD-4186-A041-709E73B7E4B0}" type="parTrans" cxnId="{D5495ABE-FEB6-4EED-A069-4E90484BF07D}">
      <dgm:prSet/>
      <dgm:spPr/>
      <dgm:t>
        <a:bodyPr/>
        <a:lstStyle/>
        <a:p>
          <a:endParaRPr lang="en-US"/>
        </a:p>
      </dgm:t>
    </dgm:pt>
    <dgm:pt modelId="{FAD64502-3BA6-4820-ACBA-2C5B58808190}" type="sibTrans" cxnId="{D5495ABE-FEB6-4EED-A069-4E90484BF07D}">
      <dgm:prSet/>
      <dgm:spPr/>
      <dgm:t>
        <a:bodyPr/>
        <a:lstStyle/>
        <a:p>
          <a:endParaRPr lang="en-US"/>
        </a:p>
      </dgm:t>
    </dgm:pt>
    <dgm:pt modelId="{69F7164D-3D6D-4034-B617-E4E49BB09B44}">
      <dgm:prSet/>
      <dgm:spPr>
        <a:solidFill>
          <a:schemeClr val="accent2">
            <a:lumMod val="40000"/>
            <a:lumOff val="60000"/>
          </a:schemeClr>
        </a:solidFill>
      </dgm:spPr>
      <dgm:t>
        <a:bodyPr/>
        <a:lstStyle/>
        <a:p>
          <a:r>
            <a:rPr lang="en-US" dirty="0">
              <a:solidFill>
                <a:schemeClr val="tx1"/>
              </a:solidFill>
            </a:rPr>
            <a:t>Organizational attributes include those </a:t>
          </a:r>
        </a:p>
        <a:p>
          <a:r>
            <a:rPr lang="en-US" b="1" dirty="0">
              <a:solidFill>
                <a:srgbClr val="FF0000"/>
              </a:solidFill>
            </a:rPr>
            <a:t>hardware details transparent to the programmer, such as control signals; interfaces between the computer and peripherals; and the memory technology used</a:t>
          </a:r>
          <a:r>
            <a:rPr lang="en-US" dirty="0">
              <a:solidFill>
                <a:srgbClr val="FF0000"/>
              </a:solidFill>
            </a:rPr>
            <a:t>.</a:t>
          </a:r>
        </a:p>
      </dgm:t>
    </dgm:pt>
    <dgm:pt modelId="{D349DA51-0B28-4CA7-BE27-C9BD601B2185}" type="parTrans" cxnId="{8DCDB224-B671-49EF-99CE-9C486551B2F6}">
      <dgm:prSet/>
      <dgm:spPr/>
      <dgm:t>
        <a:bodyPr/>
        <a:lstStyle/>
        <a:p>
          <a:endParaRPr lang="en-US"/>
        </a:p>
      </dgm:t>
    </dgm:pt>
    <dgm:pt modelId="{4123F321-3B63-4ADE-8296-825016D36D9A}" type="sibTrans" cxnId="{8DCDB224-B671-49EF-99CE-9C486551B2F6}">
      <dgm:prSet/>
      <dgm:spPr/>
      <dgm:t>
        <a:bodyPr/>
        <a:lstStyle/>
        <a:p>
          <a:endParaRPr lang="en-US"/>
        </a:p>
      </dgm:t>
    </dgm:pt>
    <dgm:pt modelId="{FCEE5BDB-2360-494D-B99A-81900AA5E00F}" type="pres">
      <dgm:prSet presAssocID="{5F1E29E5-4440-45CA-B31A-C56A2C47413C}" presName="linear" presStyleCnt="0">
        <dgm:presLayoutVars>
          <dgm:animLvl val="lvl"/>
          <dgm:resizeHandles val="exact"/>
        </dgm:presLayoutVars>
      </dgm:prSet>
      <dgm:spPr/>
    </dgm:pt>
    <dgm:pt modelId="{F7257988-1EC4-48AC-B637-03221E4BDA9F}" type="pres">
      <dgm:prSet presAssocID="{29B6681E-0F93-4E36-A5BE-0FFD043CCB68}" presName="parentText" presStyleLbl="node1" presStyleIdx="0" presStyleCnt="3" custLinFactY="-3534" custLinFactNeighborX="147" custLinFactNeighborY="-100000">
        <dgm:presLayoutVars>
          <dgm:chMax val="0"/>
          <dgm:bulletEnabled val="1"/>
        </dgm:presLayoutVars>
      </dgm:prSet>
      <dgm:spPr/>
    </dgm:pt>
    <dgm:pt modelId="{CBEC796F-0CEB-4056-8F4A-0AEFAEFBD483}" type="pres">
      <dgm:prSet presAssocID="{31ADAAC6-88DF-40AA-A6FE-A81C7DEF88AE}" presName="spacer" presStyleCnt="0"/>
      <dgm:spPr/>
    </dgm:pt>
    <dgm:pt modelId="{63F4CA8B-B86B-4F93-BCD4-5C8F1DF639F9}" type="pres">
      <dgm:prSet presAssocID="{3D5D584A-5424-4F69-9066-74625F50BDD9}" presName="parentText" presStyleLbl="node1" presStyleIdx="1" presStyleCnt="3" custScaleY="139749" custLinFactY="-539" custLinFactNeighborX="147" custLinFactNeighborY="-100000">
        <dgm:presLayoutVars>
          <dgm:chMax val="0"/>
          <dgm:bulletEnabled val="1"/>
        </dgm:presLayoutVars>
      </dgm:prSet>
      <dgm:spPr/>
    </dgm:pt>
    <dgm:pt modelId="{15B2AD20-6FD5-40D8-A42A-20418BB5A338}" type="pres">
      <dgm:prSet presAssocID="{FAD64502-3BA6-4820-ACBA-2C5B58808190}" presName="spacer" presStyleCnt="0"/>
      <dgm:spPr/>
    </dgm:pt>
    <dgm:pt modelId="{D3328ACC-23DD-4244-B669-9C7237B94BC8}" type="pres">
      <dgm:prSet presAssocID="{69F7164D-3D6D-4034-B617-E4E49BB09B44}" presName="parentText" presStyleLbl="node1" presStyleIdx="2" presStyleCnt="3">
        <dgm:presLayoutVars>
          <dgm:chMax val="0"/>
          <dgm:bulletEnabled val="1"/>
        </dgm:presLayoutVars>
      </dgm:prSet>
      <dgm:spPr/>
    </dgm:pt>
  </dgm:ptLst>
  <dgm:cxnLst>
    <dgm:cxn modelId="{A3224A17-F0AC-4F4C-BE74-F71152E11C81}" type="presOf" srcId="{29B6681E-0F93-4E36-A5BE-0FFD043CCB68}" destId="{F7257988-1EC4-48AC-B637-03221E4BDA9F}" srcOrd="0" destOrd="0" presId="urn:microsoft.com/office/officeart/2005/8/layout/vList2"/>
    <dgm:cxn modelId="{8DCDB224-B671-49EF-99CE-9C486551B2F6}" srcId="{5F1E29E5-4440-45CA-B31A-C56A2C47413C}" destId="{69F7164D-3D6D-4034-B617-E4E49BB09B44}" srcOrd="2" destOrd="0" parTransId="{D349DA51-0B28-4CA7-BE27-C9BD601B2185}" sibTransId="{4123F321-3B63-4ADE-8296-825016D36D9A}"/>
    <dgm:cxn modelId="{0B9FB627-84AE-42E3-9406-76953C74A075}" type="presOf" srcId="{5F1E29E5-4440-45CA-B31A-C56A2C47413C}" destId="{FCEE5BDB-2360-494D-B99A-81900AA5E00F}" srcOrd="0" destOrd="0" presId="urn:microsoft.com/office/officeart/2005/8/layout/vList2"/>
    <dgm:cxn modelId="{5A4B6A4E-A5A6-4CCE-B9B9-41515A76E3CD}" type="presOf" srcId="{69F7164D-3D6D-4034-B617-E4E49BB09B44}" destId="{D3328ACC-23DD-4244-B669-9C7237B94BC8}" srcOrd="0" destOrd="0" presId="urn:microsoft.com/office/officeart/2005/8/layout/vList2"/>
    <dgm:cxn modelId="{D5495ABE-FEB6-4EED-A069-4E90484BF07D}" srcId="{5F1E29E5-4440-45CA-B31A-C56A2C47413C}" destId="{3D5D584A-5424-4F69-9066-74625F50BDD9}" srcOrd="1" destOrd="0" parTransId="{ABA12EDE-BBCD-4186-A041-709E73B7E4B0}" sibTransId="{FAD64502-3BA6-4820-ACBA-2C5B58808190}"/>
    <dgm:cxn modelId="{3A11E1D3-8F03-40E5-9E8A-4DC22F559399}" srcId="{5F1E29E5-4440-45CA-B31A-C56A2C47413C}" destId="{29B6681E-0F93-4E36-A5BE-0FFD043CCB68}" srcOrd="0" destOrd="0" parTransId="{08A5A612-0483-4F9E-87A6-5370F10ACF93}" sibTransId="{31ADAAC6-88DF-40AA-A6FE-A81C7DEF88AE}"/>
    <dgm:cxn modelId="{B2D174E1-6673-458B-AD8E-A6E81908E886}" type="presOf" srcId="{3D5D584A-5424-4F69-9066-74625F50BDD9}" destId="{63F4CA8B-B86B-4F93-BCD4-5C8F1DF639F9}" srcOrd="0" destOrd="0" presId="urn:microsoft.com/office/officeart/2005/8/layout/vList2"/>
    <dgm:cxn modelId="{91BB22F6-FADB-4101-BB05-92671981C675}" type="presParOf" srcId="{FCEE5BDB-2360-494D-B99A-81900AA5E00F}" destId="{F7257988-1EC4-48AC-B637-03221E4BDA9F}" srcOrd="0" destOrd="0" presId="urn:microsoft.com/office/officeart/2005/8/layout/vList2"/>
    <dgm:cxn modelId="{E903598C-ADEE-4E45-9F89-63183C39A3AC}" type="presParOf" srcId="{FCEE5BDB-2360-494D-B99A-81900AA5E00F}" destId="{CBEC796F-0CEB-4056-8F4A-0AEFAEFBD483}" srcOrd="1" destOrd="0" presId="urn:microsoft.com/office/officeart/2005/8/layout/vList2"/>
    <dgm:cxn modelId="{D9D40884-6045-4218-A829-BAEE9B378AD7}" type="presParOf" srcId="{FCEE5BDB-2360-494D-B99A-81900AA5E00F}" destId="{63F4CA8B-B86B-4F93-BCD4-5C8F1DF639F9}" srcOrd="2" destOrd="0" presId="urn:microsoft.com/office/officeart/2005/8/layout/vList2"/>
    <dgm:cxn modelId="{4E4E7291-7911-4AFF-98F1-EEEC6470812C}" type="presParOf" srcId="{FCEE5BDB-2360-494D-B99A-81900AA5E00F}" destId="{15B2AD20-6FD5-40D8-A42A-20418BB5A338}" srcOrd="3" destOrd="0" presId="urn:microsoft.com/office/officeart/2005/8/layout/vList2"/>
    <dgm:cxn modelId="{12E73A89-347F-4E24-9E72-D9C264F300DA}" type="presParOf" srcId="{FCEE5BDB-2360-494D-B99A-81900AA5E00F}" destId="{D3328ACC-23DD-4244-B669-9C7237B94BC8}" srcOrd="4"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D2C383-62BF-4A01-BEA0-33B9ED2CF0B5}"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87778FAC-4E43-4238-9968-C4EFC3B5AD2F}">
      <dgm:prSet/>
      <dgm:spPr>
        <a:solidFill>
          <a:srgbClr val="AA50B4"/>
        </a:solidFill>
        <a:ln>
          <a:solidFill>
            <a:schemeClr val="bg2">
              <a:lumMod val="90000"/>
            </a:schemeClr>
          </a:solidFill>
        </a:ln>
      </dgm:spPr>
      <dgm:t>
        <a:bodyPr/>
        <a:lstStyle/>
        <a:p>
          <a:r>
            <a:rPr lang="en-US" b="1" dirty="0">
              <a:solidFill>
                <a:srgbClr val="FFFF00"/>
              </a:solidFill>
            </a:rPr>
            <a:t>Control Unit activates</a:t>
          </a:r>
          <a:r>
            <a:rPr lang="en-US" b="1" dirty="0"/>
            <a:t>:</a:t>
          </a:r>
          <a:r>
            <a:rPr lang="en-US" dirty="0"/>
            <a:t> It decodes the ADD instruction and sends out a series of control signals.</a:t>
          </a:r>
        </a:p>
      </dgm:t>
    </dgm:pt>
    <dgm:pt modelId="{2103888B-4740-4C46-8F63-B1E0007762E5}" type="parTrans" cxnId="{507F2ABB-3C43-4D28-90F7-86DCCE9DBAC4}">
      <dgm:prSet/>
      <dgm:spPr/>
      <dgm:t>
        <a:bodyPr/>
        <a:lstStyle/>
        <a:p>
          <a:endParaRPr lang="en-US"/>
        </a:p>
      </dgm:t>
    </dgm:pt>
    <dgm:pt modelId="{1C9129CD-5405-4769-855A-26A6FAE672FB}" type="sibTrans" cxnId="{507F2ABB-3C43-4D28-90F7-86DCCE9DBAC4}">
      <dgm:prSet/>
      <dgm:spPr>
        <a:ln>
          <a:solidFill>
            <a:schemeClr val="bg2">
              <a:lumMod val="90000"/>
            </a:schemeClr>
          </a:solidFill>
        </a:ln>
      </dgm:spPr>
      <dgm:t>
        <a:bodyPr/>
        <a:lstStyle/>
        <a:p>
          <a:endParaRPr lang="en-US"/>
        </a:p>
      </dgm:t>
    </dgm:pt>
    <dgm:pt modelId="{CCCF0E62-B0C8-40B3-9250-703FD8241847}">
      <dgm:prSet/>
      <dgm:spPr>
        <a:solidFill>
          <a:srgbClr val="AA50B4"/>
        </a:solidFill>
        <a:ln>
          <a:solidFill>
            <a:schemeClr val="bg2">
              <a:lumMod val="90000"/>
            </a:schemeClr>
          </a:solidFill>
        </a:ln>
      </dgm:spPr>
      <dgm:t>
        <a:bodyPr/>
        <a:lstStyle/>
        <a:p>
          <a:r>
            <a:rPr lang="en-US" b="1" dirty="0">
              <a:solidFill>
                <a:srgbClr val="FFFF00"/>
              </a:solidFill>
            </a:rPr>
            <a:t>Read Operands</a:t>
          </a:r>
          <a:r>
            <a:rPr lang="en-US" b="1" dirty="0"/>
            <a:t>:</a:t>
          </a:r>
          <a:r>
            <a:rPr lang="en-US" dirty="0"/>
            <a:t> Signals tell registers R2 and R3 to place their values onto the inputs of the ALU.</a:t>
          </a:r>
        </a:p>
      </dgm:t>
    </dgm:pt>
    <dgm:pt modelId="{53A88EAB-B572-44C4-AC8C-63FDCD4A963A}" type="parTrans" cxnId="{BDE7AFF3-8A90-4CD8-AA55-C879EAF21C44}">
      <dgm:prSet/>
      <dgm:spPr/>
      <dgm:t>
        <a:bodyPr/>
        <a:lstStyle/>
        <a:p>
          <a:endParaRPr lang="en-US"/>
        </a:p>
      </dgm:t>
    </dgm:pt>
    <dgm:pt modelId="{5A177D52-CEAE-425E-9E02-68C42CCB2CE5}" type="sibTrans" cxnId="{BDE7AFF3-8A90-4CD8-AA55-C879EAF21C44}">
      <dgm:prSet/>
      <dgm:spPr>
        <a:ln>
          <a:solidFill>
            <a:schemeClr val="bg2">
              <a:lumMod val="90000"/>
            </a:schemeClr>
          </a:solidFill>
        </a:ln>
      </dgm:spPr>
      <dgm:t>
        <a:bodyPr/>
        <a:lstStyle/>
        <a:p>
          <a:endParaRPr lang="en-US"/>
        </a:p>
      </dgm:t>
    </dgm:pt>
    <dgm:pt modelId="{26D9048C-3CBC-463F-B74E-2B7EB9450B82}">
      <dgm:prSet/>
      <dgm:spPr>
        <a:solidFill>
          <a:srgbClr val="AA50B4"/>
        </a:solidFill>
        <a:ln>
          <a:solidFill>
            <a:schemeClr val="bg2">
              <a:lumMod val="90000"/>
            </a:schemeClr>
          </a:solidFill>
        </a:ln>
      </dgm:spPr>
      <dgm:t>
        <a:bodyPr/>
        <a:lstStyle/>
        <a:p>
          <a:r>
            <a:rPr lang="en-US" b="1" dirty="0">
              <a:solidFill>
                <a:srgbClr val="FFFF00"/>
              </a:solidFill>
            </a:rPr>
            <a:t>Perform Operation</a:t>
          </a:r>
          <a:r>
            <a:rPr lang="en-US" b="1" dirty="0"/>
            <a:t>:</a:t>
          </a:r>
          <a:r>
            <a:rPr lang="en-US" dirty="0"/>
            <a:t> A signal tells the ALU to perform the ADD operation.</a:t>
          </a:r>
        </a:p>
      </dgm:t>
    </dgm:pt>
    <dgm:pt modelId="{E4377730-381D-45C5-8FE8-B1309127B3C6}" type="parTrans" cxnId="{91CBA82F-85A1-45CF-9C93-98D3E730EAA4}">
      <dgm:prSet/>
      <dgm:spPr/>
      <dgm:t>
        <a:bodyPr/>
        <a:lstStyle/>
        <a:p>
          <a:endParaRPr lang="en-US"/>
        </a:p>
      </dgm:t>
    </dgm:pt>
    <dgm:pt modelId="{1BAF5498-4C62-43AD-9A8C-A36951D1DB6C}" type="sibTrans" cxnId="{91CBA82F-85A1-45CF-9C93-98D3E730EAA4}">
      <dgm:prSet/>
      <dgm:spPr>
        <a:ln>
          <a:solidFill>
            <a:schemeClr val="bg2">
              <a:lumMod val="90000"/>
            </a:schemeClr>
          </a:solidFill>
        </a:ln>
      </dgm:spPr>
      <dgm:t>
        <a:bodyPr/>
        <a:lstStyle/>
        <a:p>
          <a:endParaRPr lang="en-US"/>
        </a:p>
      </dgm:t>
    </dgm:pt>
    <dgm:pt modelId="{E0D32198-B620-4242-9810-952B4BA76419}">
      <dgm:prSet/>
      <dgm:spPr>
        <a:solidFill>
          <a:srgbClr val="AA50B4"/>
        </a:solidFill>
        <a:ln>
          <a:solidFill>
            <a:schemeClr val="bg2">
              <a:lumMod val="90000"/>
            </a:schemeClr>
          </a:solidFill>
        </a:ln>
      </dgm:spPr>
      <dgm:t>
        <a:bodyPr/>
        <a:lstStyle/>
        <a:p>
          <a:r>
            <a:rPr lang="en-US" b="1" dirty="0">
              <a:solidFill>
                <a:srgbClr val="FFFF00"/>
              </a:solidFill>
            </a:rPr>
            <a:t>Route Result</a:t>
          </a:r>
          <a:r>
            <a:rPr lang="en-US" b="1" dirty="0"/>
            <a:t>:</a:t>
          </a:r>
          <a:r>
            <a:rPr lang="en-US" dirty="0"/>
            <a:t> A signal tells the Multiplexer to select the ALU's result and place it on the internal bus.</a:t>
          </a:r>
        </a:p>
      </dgm:t>
    </dgm:pt>
    <dgm:pt modelId="{0564E067-D912-4563-AB25-DD37E0946BC1}" type="parTrans" cxnId="{6953125F-6CDC-4240-89B3-760861F34D3C}">
      <dgm:prSet/>
      <dgm:spPr/>
      <dgm:t>
        <a:bodyPr/>
        <a:lstStyle/>
        <a:p>
          <a:endParaRPr lang="en-US"/>
        </a:p>
      </dgm:t>
    </dgm:pt>
    <dgm:pt modelId="{4329AEE6-D0B1-4D3F-96B5-98D380BA22A4}" type="sibTrans" cxnId="{6953125F-6CDC-4240-89B3-760861F34D3C}">
      <dgm:prSet/>
      <dgm:spPr>
        <a:ln>
          <a:solidFill>
            <a:schemeClr val="bg2">
              <a:lumMod val="90000"/>
            </a:schemeClr>
          </a:solidFill>
        </a:ln>
      </dgm:spPr>
      <dgm:t>
        <a:bodyPr/>
        <a:lstStyle/>
        <a:p>
          <a:endParaRPr lang="en-US"/>
        </a:p>
      </dgm:t>
    </dgm:pt>
    <dgm:pt modelId="{F018B4F6-E5AD-4939-80C5-1DC4DCF310FB}">
      <dgm:prSet/>
      <dgm:spPr>
        <a:solidFill>
          <a:srgbClr val="AA50B4"/>
        </a:solidFill>
        <a:ln>
          <a:solidFill>
            <a:schemeClr val="bg2">
              <a:lumMod val="90000"/>
            </a:schemeClr>
          </a:solidFill>
        </a:ln>
      </dgm:spPr>
      <dgm:t>
        <a:bodyPr/>
        <a:lstStyle/>
        <a:p>
          <a:r>
            <a:rPr lang="en-US" b="1" dirty="0">
              <a:solidFill>
                <a:srgbClr val="FFFF00"/>
              </a:solidFill>
            </a:rPr>
            <a:t>Write Back:</a:t>
          </a:r>
          <a:r>
            <a:rPr lang="en-US" dirty="0">
              <a:solidFill>
                <a:srgbClr val="FFFF00"/>
              </a:solidFill>
            </a:rPr>
            <a:t> </a:t>
          </a:r>
          <a:r>
            <a:rPr lang="en-US" dirty="0"/>
            <a:t>A signal tells register R1 to latch the value from the bus and store it.</a:t>
          </a:r>
        </a:p>
      </dgm:t>
    </dgm:pt>
    <dgm:pt modelId="{DCE3169C-15AD-475C-8C0A-2B41ECA3AE60}" type="parTrans" cxnId="{B2CFE436-21B9-4EE8-BA3F-EB6E95C29D51}">
      <dgm:prSet/>
      <dgm:spPr/>
      <dgm:t>
        <a:bodyPr/>
        <a:lstStyle/>
        <a:p>
          <a:endParaRPr lang="en-US"/>
        </a:p>
      </dgm:t>
    </dgm:pt>
    <dgm:pt modelId="{9E1CEADE-7FEE-4B09-B637-ADF326DAB626}" type="sibTrans" cxnId="{B2CFE436-21B9-4EE8-BA3F-EB6E95C29D51}">
      <dgm:prSet/>
      <dgm:spPr/>
      <dgm:t>
        <a:bodyPr/>
        <a:lstStyle/>
        <a:p>
          <a:endParaRPr lang="en-US"/>
        </a:p>
      </dgm:t>
    </dgm:pt>
    <dgm:pt modelId="{2A504BC1-6FA8-4573-92B4-1A8B059664A0}" type="pres">
      <dgm:prSet presAssocID="{50D2C383-62BF-4A01-BEA0-33B9ED2CF0B5}" presName="outerComposite" presStyleCnt="0">
        <dgm:presLayoutVars>
          <dgm:chMax val="5"/>
          <dgm:dir/>
          <dgm:resizeHandles val="exact"/>
        </dgm:presLayoutVars>
      </dgm:prSet>
      <dgm:spPr/>
    </dgm:pt>
    <dgm:pt modelId="{7CCF5AE7-ACFC-4C25-89CE-BDFA7DFB7FC4}" type="pres">
      <dgm:prSet presAssocID="{50D2C383-62BF-4A01-BEA0-33B9ED2CF0B5}" presName="dummyMaxCanvas" presStyleCnt="0">
        <dgm:presLayoutVars/>
      </dgm:prSet>
      <dgm:spPr/>
    </dgm:pt>
    <dgm:pt modelId="{F0D68145-7A7F-4F5F-B31C-A398422E557E}" type="pres">
      <dgm:prSet presAssocID="{50D2C383-62BF-4A01-BEA0-33B9ED2CF0B5}" presName="FiveNodes_1" presStyleLbl="node1" presStyleIdx="0" presStyleCnt="5">
        <dgm:presLayoutVars>
          <dgm:bulletEnabled val="1"/>
        </dgm:presLayoutVars>
      </dgm:prSet>
      <dgm:spPr/>
    </dgm:pt>
    <dgm:pt modelId="{96B9B090-415E-44F9-84D6-B43E7D158619}" type="pres">
      <dgm:prSet presAssocID="{50D2C383-62BF-4A01-BEA0-33B9ED2CF0B5}" presName="FiveNodes_2" presStyleLbl="node1" presStyleIdx="1" presStyleCnt="5">
        <dgm:presLayoutVars>
          <dgm:bulletEnabled val="1"/>
        </dgm:presLayoutVars>
      </dgm:prSet>
      <dgm:spPr/>
    </dgm:pt>
    <dgm:pt modelId="{3A394633-4817-4D64-8496-58F45933B1FD}" type="pres">
      <dgm:prSet presAssocID="{50D2C383-62BF-4A01-BEA0-33B9ED2CF0B5}" presName="FiveNodes_3" presStyleLbl="node1" presStyleIdx="2" presStyleCnt="5">
        <dgm:presLayoutVars>
          <dgm:bulletEnabled val="1"/>
        </dgm:presLayoutVars>
      </dgm:prSet>
      <dgm:spPr/>
    </dgm:pt>
    <dgm:pt modelId="{D29B7B8C-CD6C-4521-AFB1-99EB0140FEF5}" type="pres">
      <dgm:prSet presAssocID="{50D2C383-62BF-4A01-BEA0-33B9ED2CF0B5}" presName="FiveNodes_4" presStyleLbl="node1" presStyleIdx="3" presStyleCnt="5">
        <dgm:presLayoutVars>
          <dgm:bulletEnabled val="1"/>
        </dgm:presLayoutVars>
      </dgm:prSet>
      <dgm:spPr/>
    </dgm:pt>
    <dgm:pt modelId="{D49BF8A1-7815-45DA-ADBF-4161C8912BBE}" type="pres">
      <dgm:prSet presAssocID="{50D2C383-62BF-4A01-BEA0-33B9ED2CF0B5}" presName="FiveNodes_5" presStyleLbl="node1" presStyleIdx="4" presStyleCnt="5">
        <dgm:presLayoutVars>
          <dgm:bulletEnabled val="1"/>
        </dgm:presLayoutVars>
      </dgm:prSet>
      <dgm:spPr/>
    </dgm:pt>
    <dgm:pt modelId="{BE40BDBD-9545-4A5F-9A83-88738512DCBC}" type="pres">
      <dgm:prSet presAssocID="{50D2C383-62BF-4A01-BEA0-33B9ED2CF0B5}" presName="FiveConn_1-2" presStyleLbl="fgAccFollowNode1" presStyleIdx="0" presStyleCnt="4">
        <dgm:presLayoutVars>
          <dgm:bulletEnabled val="1"/>
        </dgm:presLayoutVars>
      </dgm:prSet>
      <dgm:spPr/>
    </dgm:pt>
    <dgm:pt modelId="{7AAF6474-C8CB-4305-933C-19D7F91F50B5}" type="pres">
      <dgm:prSet presAssocID="{50D2C383-62BF-4A01-BEA0-33B9ED2CF0B5}" presName="FiveConn_2-3" presStyleLbl="fgAccFollowNode1" presStyleIdx="1" presStyleCnt="4">
        <dgm:presLayoutVars>
          <dgm:bulletEnabled val="1"/>
        </dgm:presLayoutVars>
      </dgm:prSet>
      <dgm:spPr/>
    </dgm:pt>
    <dgm:pt modelId="{B535B1BF-D178-4B98-86D8-6275EA8BE286}" type="pres">
      <dgm:prSet presAssocID="{50D2C383-62BF-4A01-BEA0-33B9ED2CF0B5}" presName="FiveConn_3-4" presStyleLbl="fgAccFollowNode1" presStyleIdx="2" presStyleCnt="4">
        <dgm:presLayoutVars>
          <dgm:bulletEnabled val="1"/>
        </dgm:presLayoutVars>
      </dgm:prSet>
      <dgm:spPr/>
    </dgm:pt>
    <dgm:pt modelId="{1CFAEE40-DC22-41A2-AF0F-FBE82A1D9EDD}" type="pres">
      <dgm:prSet presAssocID="{50D2C383-62BF-4A01-BEA0-33B9ED2CF0B5}" presName="FiveConn_4-5" presStyleLbl="fgAccFollowNode1" presStyleIdx="3" presStyleCnt="4">
        <dgm:presLayoutVars>
          <dgm:bulletEnabled val="1"/>
        </dgm:presLayoutVars>
      </dgm:prSet>
      <dgm:spPr/>
    </dgm:pt>
    <dgm:pt modelId="{8DB87F21-8895-4287-84AE-80ABE230EA7C}" type="pres">
      <dgm:prSet presAssocID="{50D2C383-62BF-4A01-BEA0-33B9ED2CF0B5}" presName="FiveNodes_1_text" presStyleLbl="node1" presStyleIdx="4" presStyleCnt="5">
        <dgm:presLayoutVars>
          <dgm:bulletEnabled val="1"/>
        </dgm:presLayoutVars>
      </dgm:prSet>
      <dgm:spPr/>
    </dgm:pt>
    <dgm:pt modelId="{01C210BA-D49F-43F8-9F89-D4ACF4498E91}" type="pres">
      <dgm:prSet presAssocID="{50D2C383-62BF-4A01-BEA0-33B9ED2CF0B5}" presName="FiveNodes_2_text" presStyleLbl="node1" presStyleIdx="4" presStyleCnt="5">
        <dgm:presLayoutVars>
          <dgm:bulletEnabled val="1"/>
        </dgm:presLayoutVars>
      </dgm:prSet>
      <dgm:spPr/>
    </dgm:pt>
    <dgm:pt modelId="{A715C1EE-E13B-41BF-8ACE-DEAFCF4264EE}" type="pres">
      <dgm:prSet presAssocID="{50D2C383-62BF-4A01-BEA0-33B9ED2CF0B5}" presName="FiveNodes_3_text" presStyleLbl="node1" presStyleIdx="4" presStyleCnt="5">
        <dgm:presLayoutVars>
          <dgm:bulletEnabled val="1"/>
        </dgm:presLayoutVars>
      </dgm:prSet>
      <dgm:spPr/>
    </dgm:pt>
    <dgm:pt modelId="{EC1685D6-6179-426E-AC5E-483C57675848}" type="pres">
      <dgm:prSet presAssocID="{50D2C383-62BF-4A01-BEA0-33B9ED2CF0B5}" presName="FiveNodes_4_text" presStyleLbl="node1" presStyleIdx="4" presStyleCnt="5">
        <dgm:presLayoutVars>
          <dgm:bulletEnabled val="1"/>
        </dgm:presLayoutVars>
      </dgm:prSet>
      <dgm:spPr/>
    </dgm:pt>
    <dgm:pt modelId="{DAE49227-AA20-4831-9F1A-6CE13FA4F6F2}" type="pres">
      <dgm:prSet presAssocID="{50D2C383-62BF-4A01-BEA0-33B9ED2CF0B5}" presName="FiveNodes_5_text" presStyleLbl="node1" presStyleIdx="4" presStyleCnt="5">
        <dgm:presLayoutVars>
          <dgm:bulletEnabled val="1"/>
        </dgm:presLayoutVars>
      </dgm:prSet>
      <dgm:spPr/>
    </dgm:pt>
  </dgm:ptLst>
  <dgm:cxnLst>
    <dgm:cxn modelId="{2C0EAC0D-A832-475C-AC80-8669C82FFEDD}" type="presOf" srcId="{CCCF0E62-B0C8-40B3-9250-703FD8241847}" destId="{96B9B090-415E-44F9-84D6-B43E7D158619}" srcOrd="0" destOrd="0" presId="urn:microsoft.com/office/officeart/2005/8/layout/vProcess5"/>
    <dgm:cxn modelId="{2D6CDE23-FBC6-4583-B545-B1E316BAACBA}" type="presOf" srcId="{26D9048C-3CBC-463F-B74E-2B7EB9450B82}" destId="{A715C1EE-E13B-41BF-8ACE-DEAFCF4264EE}" srcOrd="1" destOrd="0" presId="urn:microsoft.com/office/officeart/2005/8/layout/vProcess5"/>
    <dgm:cxn modelId="{91CBA82F-85A1-45CF-9C93-98D3E730EAA4}" srcId="{50D2C383-62BF-4A01-BEA0-33B9ED2CF0B5}" destId="{26D9048C-3CBC-463F-B74E-2B7EB9450B82}" srcOrd="2" destOrd="0" parTransId="{E4377730-381D-45C5-8FE8-B1309127B3C6}" sibTransId="{1BAF5498-4C62-43AD-9A8C-A36951D1DB6C}"/>
    <dgm:cxn modelId="{B2CFE436-21B9-4EE8-BA3F-EB6E95C29D51}" srcId="{50D2C383-62BF-4A01-BEA0-33B9ED2CF0B5}" destId="{F018B4F6-E5AD-4939-80C5-1DC4DCF310FB}" srcOrd="4" destOrd="0" parTransId="{DCE3169C-15AD-475C-8C0A-2B41ECA3AE60}" sibTransId="{9E1CEADE-7FEE-4B09-B637-ADF326DAB626}"/>
    <dgm:cxn modelId="{6953125F-6CDC-4240-89B3-760861F34D3C}" srcId="{50D2C383-62BF-4A01-BEA0-33B9ED2CF0B5}" destId="{E0D32198-B620-4242-9810-952B4BA76419}" srcOrd="3" destOrd="0" parTransId="{0564E067-D912-4563-AB25-DD37E0946BC1}" sibTransId="{4329AEE6-D0B1-4D3F-96B5-98D380BA22A4}"/>
    <dgm:cxn modelId="{EE254742-948D-41FA-9242-0968E5344735}" type="presOf" srcId="{4329AEE6-D0B1-4D3F-96B5-98D380BA22A4}" destId="{1CFAEE40-DC22-41A2-AF0F-FBE82A1D9EDD}" srcOrd="0" destOrd="0" presId="urn:microsoft.com/office/officeart/2005/8/layout/vProcess5"/>
    <dgm:cxn modelId="{E5B88753-DF71-4949-A97B-8C946E14EE49}" type="presOf" srcId="{5A177D52-CEAE-425E-9E02-68C42CCB2CE5}" destId="{7AAF6474-C8CB-4305-933C-19D7F91F50B5}" srcOrd="0" destOrd="0" presId="urn:microsoft.com/office/officeart/2005/8/layout/vProcess5"/>
    <dgm:cxn modelId="{1883F977-03F1-4D4E-B636-E04C6631BC9A}" type="presOf" srcId="{F018B4F6-E5AD-4939-80C5-1DC4DCF310FB}" destId="{DAE49227-AA20-4831-9F1A-6CE13FA4F6F2}" srcOrd="1" destOrd="0" presId="urn:microsoft.com/office/officeart/2005/8/layout/vProcess5"/>
    <dgm:cxn modelId="{5AF08778-6A17-4BA7-838D-3954A60B76D8}" type="presOf" srcId="{E0D32198-B620-4242-9810-952B4BA76419}" destId="{EC1685D6-6179-426E-AC5E-483C57675848}" srcOrd="1" destOrd="0" presId="urn:microsoft.com/office/officeart/2005/8/layout/vProcess5"/>
    <dgm:cxn modelId="{2FE3B49C-CF24-437D-9841-E67C389436C7}" type="presOf" srcId="{1C9129CD-5405-4769-855A-26A6FAE672FB}" destId="{BE40BDBD-9545-4A5F-9A83-88738512DCBC}" srcOrd="0" destOrd="0" presId="urn:microsoft.com/office/officeart/2005/8/layout/vProcess5"/>
    <dgm:cxn modelId="{FB0DAAB3-D4C2-4980-8810-D070E554CA8C}" type="presOf" srcId="{E0D32198-B620-4242-9810-952B4BA76419}" destId="{D29B7B8C-CD6C-4521-AFB1-99EB0140FEF5}" srcOrd="0" destOrd="0" presId="urn:microsoft.com/office/officeart/2005/8/layout/vProcess5"/>
    <dgm:cxn modelId="{507F2ABB-3C43-4D28-90F7-86DCCE9DBAC4}" srcId="{50D2C383-62BF-4A01-BEA0-33B9ED2CF0B5}" destId="{87778FAC-4E43-4238-9968-C4EFC3B5AD2F}" srcOrd="0" destOrd="0" parTransId="{2103888B-4740-4C46-8F63-B1E0007762E5}" sibTransId="{1C9129CD-5405-4769-855A-26A6FAE672FB}"/>
    <dgm:cxn modelId="{91D091C0-51CA-4501-9A1B-91F9A954E762}" type="presOf" srcId="{1BAF5498-4C62-43AD-9A8C-A36951D1DB6C}" destId="{B535B1BF-D178-4B98-86D8-6275EA8BE286}" srcOrd="0" destOrd="0" presId="urn:microsoft.com/office/officeart/2005/8/layout/vProcess5"/>
    <dgm:cxn modelId="{277683C2-F5A1-418E-9B26-52DC125EFE48}" type="presOf" srcId="{CCCF0E62-B0C8-40B3-9250-703FD8241847}" destId="{01C210BA-D49F-43F8-9F89-D4ACF4498E91}" srcOrd="1" destOrd="0" presId="urn:microsoft.com/office/officeart/2005/8/layout/vProcess5"/>
    <dgm:cxn modelId="{FA1AF0D4-FFB0-41AE-8236-46688CEB7DB1}" type="presOf" srcId="{87778FAC-4E43-4238-9968-C4EFC3B5AD2F}" destId="{8DB87F21-8895-4287-84AE-80ABE230EA7C}" srcOrd="1" destOrd="0" presId="urn:microsoft.com/office/officeart/2005/8/layout/vProcess5"/>
    <dgm:cxn modelId="{C99B96D9-4894-4E47-8828-FFA62408A36C}" type="presOf" srcId="{F018B4F6-E5AD-4939-80C5-1DC4DCF310FB}" destId="{D49BF8A1-7815-45DA-ADBF-4161C8912BBE}" srcOrd="0" destOrd="0" presId="urn:microsoft.com/office/officeart/2005/8/layout/vProcess5"/>
    <dgm:cxn modelId="{287D68DB-2DB7-426C-AD58-C3ED944B7F50}" type="presOf" srcId="{26D9048C-3CBC-463F-B74E-2B7EB9450B82}" destId="{3A394633-4817-4D64-8496-58F45933B1FD}" srcOrd="0" destOrd="0" presId="urn:microsoft.com/office/officeart/2005/8/layout/vProcess5"/>
    <dgm:cxn modelId="{969A0CE8-F843-403A-AAC6-DCA550B381C5}" type="presOf" srcId="{87778FAC-4E43-4238-9968-C4EFC3B5AD2F}" destId="{F0D68145-7A7F-4F5F-B31C-A398422E557E}" srcOrd="0" destOrd="0" presId="urn:microsoft.com/office/officeart/2005/8/layout/vProcess5"/>
    <dgm:cxn modelId="{BDE7AFF3-8A90-4CD8-AA55-C879EAF21C44}" srcId="{50D2C383-62BF-4A01-BEA0-33B9ED2CF0B5}" destId="{CCCF0E62-B0C8-40B3-9250-703FD8241847}" srcOrd="1" destOrd="0" parTransId="{53A88EAB-B572-44C4-AC8C-63FDCD4A963A}" sibTransId="{5A177D52-CEAE-425E-9E02-68C42CCB2CE5}"/>
    <dgm:cxn modelId="{5C2DA6FE-DB16-4D97-8B2D-23F8693E981C}" type="presOf" srcId="{50D2C383-62BF-4A01-BEA0-33B9ED2CF0B5}" destId="{2A504BC1-6FA8-4573-92B4-1A8B059664A0}" srcOrd="0" destOrd="0" presId="urn:microsoft.com/office/officeart/2005/8/layout/vProcess5"/>
    <dgm:cxn modelId="{CE0FE4B5-0DB8-45E4-A615-E39586201B4A}" type="presParOf" srcId="{2A504BC1-6FA8-4573-92B4-1A8B059664A0}" destId="{7CCF5AE7-ACFC-4C25-89CE-BDFA7DFB7FC4}" srcOrd="0" destOrd="0" presId="urn:microsoft.com/office/officeart/2005/8/layout/vProcess5"/>
    <dgm:cxn modelId="{4883B2A8-9891-4E00-9025-DE15C80C247C}" type="presParOf" srcId="{2A504BC1-6FA8-4573-92B4-1A8B059664A0}" destId="{F0D68145-7A7F-4F5F-B31C-A398422E557E}" srcOrd="1" destOrd="0" presId="urn:microsoft.com/office/officeart/2005/8/layout/vProcess5"/>
    <dgm:cxn modelId="{38DAB340-47CC-4D79-9BB9-D3AB0E0D964C}" type="presParOf" srcId="{2A504BC1-6FA8-4573-92B4-1A8B059664A0}" destId="{96B9B090-415E-44F9-84D6-B43E7D158619}" srcOrd="2" destOrd="0" presId="urn:microsoft.com/office/officeart/2005/8/layout/vProcess5"/>
    <dgm:cxn modelId="{B8EC1DF3-BAC6-4F3D-8FBF-EB1EFC52EE29}" type="presParOf" srcId="{2A504BC1-6FA8-4573-92B4-1A8B059664A0}" destId="{3A394633-4817-4D64-8496-58F45933B1FD}" srcOrd="3" destOrd="0" presId="urn:microsoft.com/office/officeart/2005/8/layout/vProcess5"/>
    <dgm:cxn modelId="{57CB4FC8-7EB8-4088-AE57-AD0959E738B3}" type="presParOf" srcId="{2A504BC1-6FA8-4573-92B4-1A8B059664A0}" destId="{D29B7B8C-CD6C-4521-AFB1-99EB0140FEF5}" srcOrd="4" destOrd="0" presId="urn:microsoft.com/office/officeart/2005/8/layout/vProcess5"/>
    <dgm:cxn modelId="{877F1CAC-E923-4B39-AE5C-84D701F48EEC}" type="presParOf" srcId="{2A504BC1-6FA8-4573-92B4-1A8B059664A0}" destId="{D49BF8A1-7815-45DA-ADBF-4161C8912BBE}" srcOrd="5" destOrd="0" presId="urn:microsoft.com/office/officeart/2005/8/layout/vProcess5"/>
    <dgm:cxn modelId="{4A775D56-6050-495A-A567-4A5E0AD6AB74}" type="presParOf" srcId="{2A504BC1-6FA8-4573-92B4-1A8B059664A0}" destId="{BE40BDBD-9545-4A5F-9A83-88738512DCBC}" srcOrd="6" destOrd="0" presId="urn:microsoft.com/office/officeart/2005/8/layout/vProcess5"/>
    <dgm:cxn modelId="{8161E8FA-F905-4764-88D4-FCFB7FE76EA2}" type="presParOf" srcId="{2A504BC1-6FA8-4573-92B4-1A8B059664A0}" destId="{7AAF6474-C8CB-4305-933C-19D7F91F50B5}" srcOrd="7" destOrd="0" presId="urn:microsoft.com/office/officeart/2005/8/layout/vProcess5"/>
    <dgm:cxn modelId="{9B048FAE-FDC4-48C0-B12A-5C8149C625E6}" type="presParOf" srcId="{2A504BC1-6FA8-4573-92B4-1A8B059664A0}" destId="{B535B1BF-D178-4B98-86D8-6275EA8BE286}" srcOrd="8" destOrd="0" presId="urn:microsoft.com/office/officeart/2005/8/layout/vProcess5"/>
    <dgm:cxn modelId="{0EE1947B-EF07-47CB-9996-DBF8323D2FF9}" type="presParOf" srcId="{2A504BC1-6FA8-4573-92B4-1A8B059664A0}" destId="{1CFAEE40-DC22-41A2-AF0F-FBE82A1D9EDD}" srcOrd="9" destOrd="0" presId="urn:microsoft.com/office/officeart/2005/8/layout/vProcess5"/>
    <dgm:cxn modelId="{5A70ADBB-CE4C-4769-8FAA-6FE4BF058277}" type="presParOf" srcId="{2A504BC1-6FA8-4573-92B4-1A8B059664A0}" destId="{8DB87F21-8895-4287-84AE-80ABE230EA7C}" srcOrd="10" destOrd="0" presId="urn:microsoft.com/office/officeart/2005/8/layout/vProcess5"/>
    <dgm:cxn modelId="{89068301-F836-46FA-B2DC-F9E7AE1083C5}" type="presParOf" srcId="{2A504BC1-6FA8-4573-92B4-1A8B059664A0}" destId="{01C210BA-D49F-43F8-9F89-D4ACF4498E91}" srcOrd="11" destOrd="0" presId="urn:microsoft.com/office/officeart/2005/8/layout/vProcess5"/>
    <dgm:cxn modelId="{309406B8-8D26-4FB5-8E0B-D2F7BC5EBDA2}" type="presParOf" srcId="{2A504BC1-6FA8-4573-92B4-1A8B059664A0}" destId="{A715C1EE-E13B-41BF-8ACE-DEAFCF4264EE}" srcOrd="12" destOrd="0" presId="urn:microsoft.com/office/officeart/2005/8/layout/vProcess5"/>
    <dgm:cxn modelId="{FE3E21FC-88E9-474D-A9CF-0219BC0DEB05}" type="presParOf" srcId="{2A504BC1-6FA8-4573-92B4-1A8B059664A0}" destId="{EC1685D6-6179-426E-AC5E-483C57675848}" srcOrd="13" destOrd="0" presId="urn:microsoft.com/office/officeart/2005/8/layout/vProcess5"/>
    <dgm:cxn modelId="{564CEDDD-3B6B-4009-B9EB-EA656BCA4091}" type="presParOf" srcId="{2A504BC1-6FA8-4573-92B4-1A8B059664A0}" destId="{DAE49227-AA20-4831-9F1A-6CE13FA4F6F2}" srcOrd="14" destOrd="0" presId="urn:microsoft.com/office/officeart/2005/8/layout/vProcess5"/>
  </dgm:cxnLst>
  <dgm:bg>
    <a:solidFill>
      <a:schemeClr val="tx2">
        <a:lumMod val="10000"/>
        <a:lumOff val="90000"/>
      </a:schemeClr>
    </a:solid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3A2313-B89C-4656-96F7-0943985D943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7AA041C-883B-4E9C-B639-23656D3A51F6}">
      <dgm:prSet/>
      <dgm:spPr/>
      <dgm:t>
        <a:bodyPr/>
        <a:lstStyle/>
        <a:p>
          <a:r>
            <a:rPr lang="en-US" b="1"/>
            <a:t>A computer is a complex system; contemporary computers contain millions of elementary electronic components.</a:t>
          </a:r>
          <a:endParaRPr lang="en-US"/>
        </a:p>
      </dgm:t>
    </dgm:pt>
    <dgm:pt modelId="{2D903A91-C174-49D3-B0E3-7BC18B974B06}" type="parTrans" cxnId="{4D0A5EA1-969B-409E-9F6C-0353D4D0FC06}">
      <dgm:prSet/>
      <dgm:spPr/>
      <dgm:t>
        <a:bodyPr/>
        <a:lstStyle/>
        <a:p>
          <a:endParaRPr lang="en-US"/>
        </a:p>
      </dgm:t>
    </dgm:pt>
    <dgm:pt modelId="{296EE200-5FB6-433F-B4F8-769340A3F177}" type="sibTrans" cxnId="{4D0A5EA1-969B-409E-9F6C-0353D4D0FC06}">
      <dgm:prSet/>
      <dgm:spPr/>
      <dgm:t>
        <a:bodyPr/>
        <a:lstStyle/>
        <a:p>
          <a:endParaRPr lang="en-US"/>
        </a:p>
      </dgm:t>
    </dgm:pt>
    <dgm:pt modelId="{DA520177-4DD2-4710-ABB1-8D3C6975A9FB}">
      <dgm:prSet/>
      <dgm:spPr/>
      <dgm:t>
        <a:bodyPr/>
        <a:lstStyle/>
        <a:p>
          <a:r>
            <a:rPr lang="en-US" b="1"/>
            <a:t>A hierarchical system is a set of interrelated subsystems; each subsystem may, in turn, contain lower-level subsystems, until we reach some lowest level of elementary subsystem.</a:t>
          </a:r>
          <a:endParaRPr lang="en-US"/>
        </a:p>
      </dgm:t>
    </dgm:pt>
    <dgm:pt modelId="{D596130D-E416-47B4-9AE0-E7E1C520E526}" type="parTrans" cxnId="{ECF874A2-23D2-4AEB-847E-584BF6F17151}">
      <dgm:prSet/>
      <dgm:spPr/>
      <dgm:t>
        <a:bodyPr/>
        <a:lstStyle/>
        <a:p>
          <a:endParaRPr lang="en-US"/>
        </a:p>
      </dgm:t>
    </dgm:pt>
    <dgm:pt modelId="{9A06DBF2-133A-451D-A17A-9EC785E0F15E}" type="sibTrans" cxnId="{ECF874A2-23D2-4AEB-847E-584BF6F17151}">
      <dgm:prSet/>
      <dgm:spPr/>
      <dgm:t>
        <a:bodyPr/>
        <a:lstStyle/>
        <a:p>
          <a:endParaRPr lang="en-US"/>
        </a:p>
      </dgm:t>
    </dgm:pt>
    <dgm:pt modelId="{EFAA5A0B-590F-4AAA-A51E-71DA7947E23E}">
      <dgm:prSet/>
      <dgm:spPr/>
      <dgm:t>
        <a:bodyPr/>
        <a:lstStyle/>
        <a:p>
          <a:r>
            <a:rPr lang="en-US" b="1"/>
            <a:t>At each level, the system consists of a set of components and their interrelationships. </a:t>
          </a:r>
          <a:endParaRPr lang="en-US"/>
        </a:p>
      </dgm:t>
    </dgm:pt>
    <dgm:pt modelId="{1BD88E7C-F01F-4CF1-A0FD-B5375AD9AE72}" type="parTrans" cxnId="{9C5254AA-5F92-4268-A4C7-F9BC04978267}">
      <dgm:prSet/>
      <dgm:spPr/>
      <dgm:t>
        <a:bodyPr/>
        <a:lstStyle/>
        <a:p>
          <a:endParaRPr lang="en-US"/>
        </a:p>
      </dgm:t>
    </dgm:pt>
    <dgm:pt modelId="{6E4F1824-0868-42D3-983E-83E85D92AF92}" type="sibTrans" cxnId="{9C5254AA-5F92-4268-A4C7-F9BC04978267}">
      <dgm:prSet/>
      <dgm:spPr/>
      <dgm:t>
        <a:bodyPr/>
        <a:lstStyle/>
        <a:p>
          <a:endParaRPr lang="en-US"/>
        </a:p>
      </dgm:t>
    </dgm:pt>
    <dgm:pt modelId="{7E4A6183-0533-4077-9B37-641517363516}">
      <dgm:prSet/>
      <dgm:spPr/>
      <dgm:t>
        <a:bodyPr/>
        <a:lstStyle/>
        <a:p>
          <a:r>
            <a:rPr lang="en-US" b="1" dirty="0"/>
            <a:t>The behavior at each level depends only on a simplified, abstracted characterization of the system at the next lower level. </a:t>
          </a:r>
          <a:endParaRPr lang="en-US" dirty="0"/>
        </a:p>
      </dgm:t>
    </dgm:pt>
    <dgm:pt modelId="{7B46212B-9162-4F00-9F7A-5D9B17A89D72}" type="parTrans" cxnId="{256D4BA8-2A8B-4302-9047-96386A91CE6F}">
      <dgm:prSet/>
      <dgm:spPr/>
      <dgm:t>
        <a:bodyPr/>
        <a:lstStyle/>
        <a:p>
          <a:endParaRPr lang="en-US"/>
        </a:p>
      </dgm:t>
    </dgm:pt>
    <dgm:pt modelId="{460007DF-5029-4EC1-93C4-9CAD4658F7AF}" type="sibTrans" cxnId="{256D4BA8-2A8B-4302-9047-96386A91CE6F}">
      <dgm:prSet/>
      <dgm:spPr/>
      <dgm:t>
        <a:bodyPr/>
        <a:lstStyle/>
        <a:p>
          <a:endParaRPr lang="en-US"/>
        </a:p>
      </dgm:t>
    </dgm:pt>
    <dgm:pt modelId="{8CBF824D-38B1-427C-B066-3196F497BA46}">
      <dgm:prSet/>
      <dgm:spPr/>
      <dgm:t>
        <a:bodyPr/>
        <a:lstStyle/>
        <a:p>
          <a:r>
            <a:rPr lang="en-US" b="1"/>
            <a:t>At each level, the designer is concerned with structure and function: </a:t>
          </a:r>
          <a:endParaRPr lang="en-US"/>
        </a:p>
      </dgm:t>
    </dgm:pt>
    <dgm:pt modelId="{8E9657A1-F056-4817-8D74-22C4F90CFD3C}" type="parTrans" cxnId="{54893334-3921-4AD6-9046-BF50DE2EFF3A}">
      <dgm:prSet/>
      <dgm:spPr/>
      <dgm:t>
        <a:bodyPr/>
        <a:lstStyle/>
        <a:p>
          <a:endParaRPr lang="en-US"/>
        </a:p>
      </dgm:t>
    </dgm:pt>
    <dgm:pt modelId="{727021AA-6693-45CC-8604-69460FE34F11}" type="sibTrans" cxnId="{54893334-3921-4AD6-9046-BF50DE2EFF3A}">
      <dgm:prSet/>
      <dgm:spPr/>
      <dgm:t>
        <a:bodyPr/>
        <a:lstStyle/>
        <a:p>
          <a:endParaRPr lang="en-US"/>
        </a:p>
      </dgm:t>
    </dgm:pt>
    <dgm:pt modelId="{548F570F-8B26-4D83-8EC4-3439E3C75D77}">
      <dgm:prSet/>
      <dgm:spPr>
        <a:solidFill>
          <a:schemeClr val="accent3">
            <a:lumMod val="40000"/>
            <a:lumOff val="60000"/>
          </a:schemeClr>
        </a:solidFill>
      </dgm:spPr>
      <dgm:t>
        <a:bodyPr/>
        <a:lstStyle/>
        <a:p>
          <a:r>
            <a:rPr lang="en-US" b="1" dirty="0">
              <a:highlight>
                <a:srgbClr val="FFFF00"/>
              </a:highlight>
            </a:rPr>
            <a:t>Structure:</a:t>
          </a:r>
          <a:r>
            <a:rPr lang="en-US" b="1" dirty="0"/>
            <a:t> The way in which the components are interrelated. </a:t>
          </a:r>
          <a:endParaRPr lang="en-US" dirty="0"/>
        </a:p>
      </dgm:t>
    </dgm:pt>
    <dgm:pt modelId="{F87ADCD5-81E8-456B-85C3-A84170A4BDAD}" type="parTrans" cxnId="{97CDB232-57D4-4594-904B-6892FC21AA94}">
      <dgm:prSet/>
      <dgm:spPr/>
      <dgm:t>
        <a:bodyPr/>
        <a:lstStyle/>
        <a:p>
          <a:endParaRPr lang="en-US"/>
        </a:p>
      </dgm:t>
    </dgm:pt>
    <dgm:pt modelId="{8CC572DA-7FBB-4490-BAD0-A2A19D91DC79}" type="sibTrans" cxnId="{97CDB232-57D4-4594-904B-6892FC21AA94}">
      <dgm:prSet/>
      <dgm:spPr/>
      <dgm:t>
        <a:bodyPr/>
        <a:lstStyle/>
        <a:p>
          <a:endParaRPr lang="en-US"/>
        </a:p>
      </dgm:t>
    </dgm:pt>
    <dgm:pt modelId="{517E34F7-DB34-4FFA-B64C-5C20B4DE9080}">
      <dgm:prSet/>
      <dgm:spPr>
        <a:solidFill>
          <a:schemeClr val="accent4">
            <a:lumMod val="40000"/>
            <a:lumOff val="60000"/>
          </a:schemeClr>
        </a:solidFill>
      </dgm:spPr>
      <dgm:t>
        <a:bodyPr/>
        <a:lstStyle/>
        <a:p>
          <a:r>
            <a:rPr lang="en-US" b="1" dirty="0">
              <a:highlight>
                <a:srgbClr val="FFFF00"/>
              </a:highlight>
            </a:rPr>
            <a:t>Function:</a:t>
          </a:r>
          <a:r>
            <a:rPr lang="en-US" b="1" dirty="0"/>
            <a:t> The operation of each individual component as part of the structure.</a:t>
          </a:r>
          <a:endParaRPr lang="en-US" dirty="0"/>
        </a:p>
      </dgm:t>
    </dgm:pt>
    <dgm:pt modelId="{FBAB3259-BC94-4B90-8BD9-DF2AB6506BB9}" type="parTrans" cxnId="{5377259C-189A-41E4-A498-5C590640C56E}">
      <dgm:prSet/>
      <dgm:spPr/>
      <dgm:t>
        <a:bodyPr/>
        <a:lstStyle/>
        <a:p>
          <a:endParaRPr lang="en-US"/>
        </a:p>
      </dgm:t>
    </dgm:pt>
    <dgm:pt modelId="{21196A41-D941-4DCC-A451-2D0A2663D4CE}" type="sibTrans" cxnId="{5377259C-189A-41E4-A498-5C590640C56E}">
      <dgm:prSet/>
      <dgm:spPr/>
      <dgm:t>
        <a:bodyPr/>
        <a:lstStyle/>
        <a:p>
          <a:endParaRPr lang="en-US"/>
        </a:p>
      </dgm:t>
    </dgm:pt>
    <dgm:pt modelId="{D36069AF-6C79-4282-A334-513E2E0456BA}" type="pres">
      <dgm:prSet presAssocID="{033A2313-B89C-4656-96F7-0943985D9434}" presName="vert0" presStyleCnt="0">
        <dgm:presLayoutVars>
          <dgm:dir/>
          <dgm:animOne val="branch"/>
          <dgm:animLvl val="lvl"/>
        </dgm:presLayoutVars>
      </dgm:prSet>
      <dgm:spPr/>
    </dgm:pt>
    <dgm:pt modelId="{EAB4DD6C-E8BC-4296-B46E-5853A3F0E57F}" type="pres">
      <dgm:prSet presAssocID="{47AA041C-883B-4E9C-B639-23656D3A51F6}" presName="thickLine" presStyleLbl="alignNode1" presStyleIdx="0" presStyleCnt="7"/>
      <dgm:spPr/>
    </dgm:pt>
    <dgm:pt modelId="{DC781B6F-7252-4A5C-842E-04F40DB01EBF}" type="pres">
      <dgm:prSet presAssocID="{47AA041C-883B-4E9C-B639-23656D3A51F6}" presName="horz1" presStyleCnt="0"/>
      <dgm:spPr/>
    </dgm:pt>
    <dgm:pt modelId="{B96F8AE2-E2EC-43B8-93BB-287944095E37}" type="pres">
      <dgm:prSet presAssocID="{47AA041C-883B-4E9C-B639-23656D3A51F6}" presName="tx1" presStyleLbl="revTx" presStyleIdx="0" presStyleCnt="7"/>
      <dgm:spPr/>
    </dgm:pt>
    <dgm:pt modelId="{E98F4B96-DFAB-47ED-8FD6-E36445C72FFE}" type="pres">
      <dgm:prSet presAssocID="{47AA041C-883B-4E9C-B639-23656D3A51F6}" presName="vert1" presStyleCnt="0"/>
      <dgm:spPr/>
    </dgm:pt>
    <dgm:pt modelId="{B5E29175-AE14-4938-85DA-8C35CE1F4A5D}" type="pres">
      <dgm:prSet presAssocID="{DA520177-4DD2-4710-ABB1-8D3C6975A9FB}" presName="thickLine" presStyleLbl="alignNode1" presStyleIdx="1" presStyleCnt="7"/>
      <dgm:spPr/>
    </dgm:pt>
    <dgm:pt modelId="{3AC8FB8F-D7D4-4AAC-8177-1401FFBE773F}" type="pres">
      <dgm:prSet presAssocID="{DA520177-4DD2-4710-ABB1-8D3C6975A9FB}" presName="horz1" presStyleCnt="0"/>
      <dgm:spPr/>
    </dgm:pt>
    <dgm:pt modelId="{B0972ED0-B816-46BD-9443-EF0E28959357}" type="pres">
      <dgm:prSet presAssocID="{DA520177-4DD2-4710-ABB1-8D3C6975A9FB}" presName="tx1" presStyleLbl="revTx" presStyleIdx="1" presStyleCnt="7"/>
      <dgm:spPr/>
    </dgm:pt>
    <dgm:pt modelId="{32BF0CCB-FACE-4475-ABD5-262691A42608}" type="pres">
      <dgm:prSet presAssocID="{DA520177-4DD2-4710-ABB1-8D3C6975A9FB}" presName="vert1" presStyleCnt="0"/>
      <dgm:spPr/>
    </dgm:pt>
    <dgm:pt modelId="{075B1700-2A1A-46B4-942E-5BD563F98F44}" type="pres">
      <dgm:prSet presAssocID="{EFAA5A0B-590F-4AAA-A51E-71DA7947E23E}" presName="thickLine" presStyleLbl="alignNode1" presStyleIdx="2" presStyleCnt="7"/>
      <dgm:spPr/>
    </dgm:pt>
    <dgm:pt modelId="{63C95078-3FA7-44EE-BD82-E48AD4BBF4BD}" type="pres">
      <dgm:prSet presAssocID="{EFAA5A0B-590F-4AAA-A51E-71DA7947E23E}" presName="horz1" presStyleCnt="0"/>
      <dgm:spPr/>
    </dgm:pt>
    <dgm:pt modelId="{58AD2AA2-1C93-4F56-8731-C3A694825008}" type="pres">
      <dgm:prSet presAssocID="{EFAA5A0B-590F-4AAA-A51E-71DA7947E23E}" presName="tx1" presStyleLbl="revTx" presStyleIdx="2" presStyleCnt="7"/>
      <dgm:spPr/>
    </dgm:pt>
    <dgm:pt modelId="{A31B459A-B16A-48DF-9417-ED06C2077596}" type="pres">
      <dgm:prSet presAssocID="{EFAA5A0B-590F-4AAA-A51E-71DA7947E23E}" presName="vert1" presStyleCnt="0"/>
      <dgm:spPr/>
    </dgm:pt>
    <dgm:pt modelId="{AD2D283F-07E9-472E-9A1D-0B3DAF62F9E7}" type="pres">
      <dgm:prSet presAssocID="{7E4A6183-0533-4077-9B37-641517363516}" presName="thickLine" presStyleLbl="alignNode1" presStyleIdx="3" presStyleCnt="7"/>
      <dgm:spPr/>
    </dgm:pt>
    <dgm:pt modelId="{A7BE1792-562F-41B5-8FC8-D63EFB564FC4}" type="pres">
      <dgm:prSet presAssocID="{7E4A6183-0533-4077-9B37-641517363516}" presName="horz1" presStyleCnt="0"/>
      <dgm:spPr/>
    </dgm:pt>
    <dgm:pt modelId="{95B6379C-6801-457A-AA7D-90F88736B7A5}" type="pres">
      <dgm:prSet presAssocID="{7E4A6183-0533-4077-9B37-641517363516}" presName="tx1" presStyleLbl="revTx" presStyleIdx="3" presStyleCnt="7"/>
      <dgm:spPr/>
    </dgm:pt>
    <dgm:pt modelId="{8D74E204-43EF-429B-8B94-135794F90A4C}" type="pres">
      <dgm:prSet presAssocID="{7E4A6183-0533-4077-9B37-641517363516}" presName="vert1" presStyleCnt="0"/>
      <dgm:spPr/>
    </dgm:pt>
    <dgm:pt modelId="{10E1970C-DE6B-4AFE-A82A-E533CF1E7EB1}" type="pres">
      <dgm:prSet presAssocID="{8CBF824D-38B1-427C-B066-3196F497BA46}" presName="thickLine" presStyleLbl="alignNode1" presStyleIdx="4" presStyleCnt="7"/>
      <dgm:spPr/>
    </dgm:pt>
    <dgm:pt modelId="{B40D29DA-22CA-4FC7-9323-64FF7226A678}" type="pres">
      <dgm:prSet presAssocID="{8CBF824D-38B1-427C-B066-3196F497BA46}" presName="horz1" presStyleCnt="0"/>
      <dgm:spPr/>
    </dgm:pt>
    <dgm:pt modelId="{83C48598-EAAB-4FF3-9F9C-174C4996C36A}" type="pres">
      <dgm:prSet presAssocID="{8CBF824D-38B1-427C-B066-3196F497BA46}" presName="tx1" presStyleLbl="revTx" presStyleIdx="4" presStyleCnt="7"/>
      <dgm:spPr/>
    </dgm:pt>
    <dgm:pt modelId="{CEBF6BCE-460F-4C8C-B694-69F310990E84}" type="pres">
      <dgm:prSet presAssocID="{8CBF824D-38B1-427C-B066-3196F497BA46}" presName="vert1" presStyleCnt="0"/>
      <dgm:spPr/>
    </dgm:pt>
    <dgm:pt modelId="{F6BCDD03-B2CD-4883-8894-ECF59322FE97}" type="pres">
      <dgm:prSet presAssocID="{548F570F-8B26-4D83-8EC4-3439E3C75D77}" presName="thickLine" presStyleLbl="alignNode1" presStyleIdx="5" presStyleCnt="7"/>
      <dgm:spPr/>
    </dgm:pt>
    <dgm:pt modelId="{CD29BCFE-F0A1-4F78-8A1B-78ADE726101D}" type="pres">
      <dgm:prSet presAssocID="{548F570F-8B26-4D83-8EC4-3439E3C75D77}" presName="horz1" presStyleCnt="0"/>
      <dgm:spPr/>
    </dgm:pt>
    <dgm:pt modelId="{09C2CB29-492A-4EDC-9951-D5B71067F220}" type="pres">
      <dgm:prSet presAssocID="{548F570F-8B26-4D83-8EC4-3439E3C75D77}" presName="tx1" presStyleLbl="revTx" presStyleIdx="5" presStyleCnt="7"/>
      <dgm:spPr/>
    </dgm:pt>
    <dgm:pt modelId="{5118786F-327C-44D0-8BD1-843A9F428649}" type="pres">
      <dgm:prSet presAssocID="{548F570F-8B26-4D83-8EC4-3439E3C75D77}" presName="vert1" presStyleCnt="0"/>
      <dgm:spPr/>
    </dgm:pt>
    <dgm:pt modelId="{487C324C-566B-44E0-BB17-B84CD572B0E2}" type="pres">
      <dgm:prSet presAssocID="{517E34F7-DB34-4FFA-B64C-5C20B4DE9080}" presName="thickLine" presStyleLbl="alignNode1" presStyleIdx="6" presStyleCnt="7"/>
      <dgm:spPr/>
    </dgm:pt>
    <dgm:pt modelId="{C8B8E53E-2FDD-4E8E-9C82-EEC5FBEFEF76}" type="pres">
      <dgm:prSet presAssocID="{517E34F7-DB34-4FFA-B64C-5C20B4DE9080}" presName="horz1" presStyleCnt="0"/>
      <dgm:spPr/>
    </dgm:pt>
    <dgm:pt modelId="{1BA631DE-87CF-4422-A953-E06C8E805A78}" type="pres">
      <dgm:prSet presAssocID="{517E34F7-DB34-4FFA-B64C-5C20B4DE9080}" presName="tx1" presStyleLbl="revTx" presStyleIdx="6" presStyleCnt="7"/>
      <dgm:spPr/>
    </dgm:pt>
    <dgm:pt modelId="{7F8555AB-925A-47B7-84A9-799D6183E582}" type="pres">
      <dgm:prSet presAssocID="{517E34F7-DB34-4FFA-B64C-5C20B4DE9080}" presName="vert1" presStyleCnt="0"/>
      <dgm:spPr/>
    </dgm:pt>
  </dgm:ptLst>
  <dgm:cxnLst>
    <dgm:cxn modelId="{B724920F-1A44-4B4D-8C76-01DAFC487895}" type="presOf" srcId="{548F570F-8B26-4D83-8EC4-3439E3C75D77}" destId="{09C2CB29-492A-4EDC-9951-D5B71067F220}" srcOrd="0" destOrd="0" presId="urn:microsoft.com/office/officeart/2008/layout/LinedList"/>
    <dgm:cxn modelId="{1C875616-A40A-4D51-A6BA-4FBE530221D5}" type="presOf" srcId="{033A2313-B89C-4656-96F7-0943985D9434}" destId="{D36069AF-6C79-4282-A334-513E2E0456BA}" srcOrd="0" destOrd="0" presId="urn:microsoft.com/office/officeart/2008/layout/LinedList"/>
    <dgm:cxn modelId="{97CDB232-57D4-4594-904B-6892FC21AA94}" srcId="{033A2313-B89C-4656-96F7-0943985D9434}" destId="{548F570F-8B26-4D83-8EC4-3439E3C75D77}" srcOrd="5" destOrd="0" parTransId="{F87ADCD5-81E8-456B-85C3-A84170A4BDAD}" sibTransId="{8CC572DA-7FBB-4490-BAD0-A2A19D91DC79}"/>
    <dgm:cxn modelId="{54893334-3921-4AD6-9046-BF50DE2EFF3A}" srcId="{033A2313-B89C-4656-96F7-0943985D9434}" destId="{8CBF824D-38B1-427C-B066-3196F497BA46}" srcOrd="4" destOrd="0" parTransId="{8E9657A1-F056-4817-8D74-22C4F90CFD3C}" sibTransId="{727021AA-6693-45CC-8604-69460FE34F11}"/>
    <dgm:cxn modelId="{192ACE3D-B185-4814-988C-F82221702972}" type="presOf" srcId="{517E34F7-DB34-4FFA-B64C-5C20B4DE9080}" destId="{1BA631DE-87CF-4422-A953-E06C8E805A78}" srcOrd="0" destOrd="0" presId="urn:microsoft.com/office/officeart/2008/layout/LinedList"/>
    <dgm:cxn modelId="{78D1464B-F760-41AD-99B4-03CB5C84466F}" type="presOf" srcId="{7E4A6183-0533-4077-9B37-641517363516}" destId="{95B6379C-6801-457A-AA7D-90F88736B7A5}" srcOrd="0" destOrd="0" presId="urn:microsoft.com/office/officeart/2008/layout/LinedList"/>
    <dgm:cxn modelId="{1F820E74-19B1-4F2A-A1A8-0A8F4DF48FB8}" type="presOf" srcId="{47AA041C-883B-4E9C-B639-23656D3A51F6}" destId="{B96F8AE2-E2EC-43B8-93BB-287944095E37}" srcOrd="0" destOrd="0" presId="urn:microsoft.com/office/officeart/2008/layout/LinedList"/>
    <dgm:cxn modelId="{FF28D855-3E1D-4F04-9CD5-1ECD12176D71}" type="presOf" srcId="{EFAA5A0B-590F-4AAA-A51E-71DA7947E23E}" destId="{58AD2AA2-1C93-4F56-8731-C3A694825008}" srcOrd="0" destOrd="0" presId="urn:microsoft.com/office/officeart/2008/layout/LinedList"/>
    <dgm:cxn modelId="{5E099692-08DE-4925-8F70-025E80170DE8}" type="presOf" srcId="{8CBF824D-38B1-427C-B066-3196F497BA46}" destId="{83C48598-EAAB-4FF3-9F9C-174C4996C36A}" srcOrd="0" destOrd="0" presId="urn:microsoft.com/office/officeart/2008/layout/LinedList"/>
    <dgm:cxn modelId="{5377259C-189A-41E4-A498-5C590640C56E}" srcId="{033A2313-B89C-4656-96F7-0943985D9434}" destId="{517E34F7-DB34-4FFA-B64C-5C20B4DE9080}" srcOrd="6" destOrd="0" parTransId="{FBAB3259-BC94-4B90-8BD9-DF2AB6506BB9}" sibTransId="{21196A41-D941-4DCC-A451-2D0A2663D4CE}"/>
    <dgm:cxn modelId="{4D0A5EA1-969B-409E-9F6C-0353D4D0FC06}" srcId="{033A2313-B89C-4656-96F7-0943985D9434}" destId="{47AA041C-883B-4E9C-B639-23656D3A51F6}" srcOrd="0" destOrd="0" parTransId="{2D903A91-C174-49D3-B0E3-7BC18B974B06}" sibTransId="{296EE200-5FB6-433F-B4F8-769340A3F177}"/>
    <dgm:cxn modelId="{ECF874A2-23D2-4AEB-847E-584BF6F17151}" srcId="{033A2313-B89C-4656-96F7-0943985D9434}" destId="{DA520177-4DD2-4710-ABB1-8D3C6975A9FB}" srcOrd="1" destOrd="0" parTransId="{D596130D-E416-47B4-9AE0-E7E1C520E526}" sibTransId="{9A06DBF2-133A-451D-A17A-9EC785E0F15E}"/>
    <dgm:cxn modelId="{256D4BA8-2A8B-4302-9047-96386A91CE6F}" srcId="{033A2313-B89C-4656-96F7-0943985D9434}" destId="{7E4A6183-0533-4077-9B37-641517363516}" srcOrd="3" destOrd="0" parTransId="{7B46212B-9162-4F00-9F7A-5D9B17A89D72}" sibTransId="{460007DF-5029-4EC1-93C4-9CAD4658F7AF}"/>
    <dgm:cxn modelId="{9C5254AA-5F92-4268-A4C7-F9BC04978267}" srcId="{033A2313-B89C-4656-96F7-0943985D9434}" destId="{EFAA5A0B-590F-4AAA-A51E-71DA7947E23E}" srcOrd="2" destOrd="0" parTransId="{1BD88E7C-F01F-4CF1-A0FD-B5375AD9AE72}" sibTransId="{6E4F1824-0868-42D3-983E-83E85D92AF92}"/>
    <dgm:cxn modelId="{DE3188E9-737E-40BD-8698-BFB5655094A3}" type="presOf" srcId="{DA520177-4DD2-4710-ABB1-8D3C6975A9FB}" destId="{B0972ED0-B816-46BD-9443-EF0E28959357}" srcOrd="0" destOrd="0" presId="urn:microsoft.com/office/officeart/2008/layout/LinedList"/>
    <dgm:cxn modelId="{32F81949-8288-4809-9167-5AE37DAE5706}" type="presParOf" srcId="{D36069AF-6C79-4282-A334-513E2E0456BA}" destId="{EAB4DD6C-E8BC-4296-B46E-5853A3F0E57F}" srcOrd="0" destOrd="0" presId="urn:microsoft.com/office/officeart/2008/layout/LinedList"/>
    <dgm:cxn modelId="{7260FF09-259F-4D35-9A6E-EFE973318249}" type="presParOf" srcId="{D36069AF-6C79-4282-A334-513E2E0456BA}" destId="{DC781B6F-7252-4A5C-842E-04F40DB01EBF}" srcOrd="1" destOrd="0" presId="urn:microsoft.com/office/officeart/2008/layout/LinedList"/>
    <dgm:cxn modelId="{1B470C9B-BE76-4476-9BDE-A99D8E63705C}" type="presParOf" srcId="{DC781B6F-7252-4A5C-842E-04F40DB01EBF}" destId="{B96F8AE2-E2EC-43B8-93BB-287944095E37}" srcOrd="0" destOrd="0" presId="urn:microsoft.com/office/officeart/2008/layout/LinedList"/>
    <dgm:cxn modelId="{4C2E5C7A-A7E9-4593-A9A4-FE82021D57D4}" type="presParOf" srcId="{DC781B6F-7252-4A5C-842E-04F40DB01EBF}" destId="{E98F4B96-DFAB-47ED-8FD6-E36445C72FFE}" srcOrd="1" destOrd="0" presId="urn:microsoft.com/office/officeart/2008/layout/LinedList"/>
    <dgm:cxn modelId="{6827FA22-FA7B-4A3D-9C81-6441E437E766}" type="presParOf" srcId="{D36069AF-6C79-4282-A334-513E2E0456BA}" destId="{B5E29175-AE14-4938-85DA-8C35CE1F4A5D}" srcOrd="2" destOrd="0" presId="urn:microsoft.com/office/officeart/2008/layout/LinedList"/>
    <dgm:cxn modelId="{B9B80B93-5519-48DD-B646-5509A8F5C600}" type="presParOf" srcId="{D36069AF-6C79-4282-A334-513E2E0456BA}" destId="{3AC8FB8F-D7D4-4AAC-8177-1401FFBE773F}" srcOrd="3" destOrd="0" presId="urn:microsoft.com/office/officeart/2008/layout/LinedList"/>
    <dgm:cxn modelId="{CC9295A4-7512-4AF4-B934-E4625454AEA6}" type="presParOf" srcId="{3AC8FB8F-D7D4-4AAC-8177-1401FFBE773F}" destId="{B0972ED0-B816-46BD-9443-EF0E28959357}" srcOrd="0" destOrd="0" presId="urn:microsoft.com/office/officeart/2008/layout/LinedList"/>
    <dgm:cxn modelId="{A6BC4869-2511-4B49-AB6E-D2670FF069F0}" type="presParOf" srcId="{3AC8FB8F-D7D4-4AAC-8177-1401FFBE773F}" destId="{32BF0CCB-FACE-4475-ABD5-262691A42608}" srcOrd="1" destOrd="0" presId="urn:microsoft.com/office/officeart/2008/layout/LinedList"/>
    <dgm:cxn modelId="{2F5803F3-B8DA-43A3-A895-BFA0859D06A7}" type="presParOf" srcId="{D36069AF-6C79-4282-A334-513E2E0456BA}" destId="{075B1700-2A1A-46B4-942E-5BD563F98F44}" srcOrd="4" destOrd="0" presId="urn:microsoft.com/office/officeart/2008/layout/LinedList"/>
    <dgm:cxn modelId="{E8C695EB-E453-40AF-8EA3-F8E28716C1F6}" type="presParOf" srcId="{D36069AF-6C79-4282-A334-513E2E0456BA}" destId="{63C95078-3FA7-44EE-BD82-E48AD4BBF4BD}" srcOrd="5" destOrd="0" presId="urn:microsoft.com/office/officeart/2008/layout/LinedList"/>
    <dgm:cxn modelId="{4372286B-2EED-46C1-A3CB-AFB5A4B7E73D}" type="presParOf" srcId="{63C95078-3FA7-44EE-BD82-E48AD4BBF4BD}" destId="{58AD2AA2-1C93-4F56-8731-C3A694825008}" srcOrd="0" destOrd="0" presId="urn:microsoft.com/office/officeart/2008/layout/LinedList"/>
    <dgm:cxn modelId="{53ADC1EA-DEC7-45B8-A5BD-7500678C0633}" type="presParOf" srcId="{63C95078-3FA7-44EE-BD82-E48AD4BBF4BD}" destId="{A31B459A-B16A-48DF-9417-ED06C2077596}" srcOrd="1" destOrd="0" presId="urn:microsoft.com/office/officeart/2008/layout/LinedList"/>
    <dgm:cxn modelId="{F1145365-9121-480A-9618-506561E8128B}" type="presParOf" srcId="{D36069AF-6C79-4282-A334-513E2E0456BA}" destId="{AD2D283F-07E9-472E-9A1D-0B3DAF62F9E7}" srcOrd="6" destOrd="0" presId="urn:microsoft.com/office/officeart/2008/layout/LinedList"/>
    <dgm:cxn modelId="{5BCF5B1C-0B3A-44BE-8B4E-5530460A9340}" type="presParOf" srcId="{D36069AF-6C79-4282-A334-513E2E0456BA}" destId="{A7BE1792-562F-41B5-8FC8-D63EFB564FC4}" srcOrd="7" destOrd="0" presId="urn:microsoft.com/office/officeart/2008/layout/LinedList"/>
    <dgm:cxn modelId="{1F2F5BDC-4959-4988-9394-E221541734C1}" type="presParOf" srcId="{A7BE1792-562F-41B5-8FC8-D63EFB564FC4}" destId="{95B6379C-6801-457A-AA7D-90F88736B7A5}" srcOrd="0" destOrd="0" presId="urn:microsoft.com/office/officeart/2008/layout/LinedList"/>
    <dgm:cxn modelId="{E088ACBE-5AAB-4A2B-8F43-CE30105308E7}" type="presParOf" srcId="{A7BE1792-562F-41B5-8FC8-D63EFB564FC4}" destId="{8D74E204-43EF-429B-8B94-135794F90A4C}" srcOrd="1" destOrd="0" presId="urn:microsoft.com/office/officeart/2008/layout/LinedList"/>
    <dgm:cxn modelId="{C4EF47D5-74D7-4CF3-9D6B-9BE310B22970}" type="presParOf" srcId="{D36069AF-6C79-4282-A334-513E2E0456BA}" destId="{10E1970C-DE6B-4AFE-A82A-E533CF1E7EB1}" srcOrd="8" destOrd="0" presId="urn:microsoft.com/office/officeart/2008/layout/LinedList"/>
    <dgm:cxn modelId="{B6790F41-0EB1-463C-B6B9-9E4B525EFE18}" type="presParOf" srcId="{D36069AF-6C79-4282-A334-513E2E0456BA}" destId="{B40D29DA-22CA-4FC7-9323-64FF7226A678}" srcOrd="9" destOrd="0" presId="urn:microsoft.com/office/officeart/2008/layout/LinedList"/>
    <dgm:cxn modelId="{3FD621BD-F3C0-4F9D-999F-996C2135C32E}" type="presParOf" srcId="{B40D29DA-22CA-4FC7-9323-64FF7226A678}" destId="{83C48598-EAAB-4FF3-9F9C-174C4996C36A}" srcOrd="0" destOrd="0" presId="urn:microsoft.com/office/officeart/2008/layout/LinedList"/>
    <dgm:cxn modelId="{6F29F859-32E5-4D0D-BD71-B5363F6819C2}" type="presParOf" srcId="{B40D29DA-22CA-4FC7-9323-64FF7226A678}" destId="{CEBF6BCE-460F-4C8C-B694-69F310990E84}" srcOrd="1" destOrd="0" presId="urn:microsoft.com/office/officeart/2008/layout/LinedList"/>
    <dgm:cxn modelId="{3DA4FFAC-76B2-447D-A977-6013072490C2}" type="presParOf" srcId="{D36069AF-6C79-4282-A334-513E2E0456BA}" destId="{F6BCDD03-B2CD-4883-8894-ECF59322FE97}" srcOrd="10" destOrd="0" presId="urn:microsoft.com/office/officeart/2008/layout/LinedList"/>
    <dgm:cxn modelId="{66E73458-CA18-4924-BAEC-05A4F068863A}" type="presParOf" srcId="{D36069AF-6C79-4282-A334-513E2E0456BA}" destId="{CD29BCFE-F0A1-4F78-8A1B-78ADE726101D}" srcOrd="11" destOrd="0" presId="urn:microsoft.com/office/officeart/2008/layout/LinedList"/>
    <dgm:cxn modelId="{9E6ACF57-187A-46AA-8C74-67D6C715CC8E}" type="presParOf" srcId="{CD29BCFE-F0A1-4F78-8A1B-78ADE726101D}" destId="{09C2CB29-492A-4EDC-9951-D5B71067F220}" srcOrd="0" destOrd="0" presId="urn:microsoft.com/office/officeart/2008/layout/LinedList"/>
    <dgm:cxn modelId="{6A547016-3B12-4DC2-9449-3C38A77AA167}" type="presParOf" srcId="{CD29BCFE-F0A1-4F78-8A1B-78ADE726101D}" destId="{5118786F-327C-44D0-8BD1-843A9F428649}" srcOrd="1" destOrd="0" presId="urn:microsoft.com/office/officeart/2008/layout/LinedList"/>
    <dgm:cxn modelId="{90C256BB-D6A6-494B-8B3C-D20F3001965B}" type="presParOf" srcId="{D36069AF-6C79-4282-A334-513E2E0456BA}" destId="{487C324C-566B-44E0-BB17-B84CD572B0E2}" srcOrd="12" destOrd="0" presId="urn:microsoft.com/office/officeart/2008/layout/LinedList"/>
    <dgm:cxn modelId="{807950A3-19D0-4BE2-839A-23AB33B381A5}" type="presParOf" srcId="{D36069AF-6C79-4282-A334-513E2E0456BA}" destId="{C8B8E53E-2FDD-4E8E-9C82-EEC5FBEFEF76}" srcOrd="13" destOrd="0" presId="urn:microsoft.com/office/officeart/2008/layout/LinedList"/>
    <dgm:cxn modelId="{0FB87AA6-70FB-43FE-8546-5CAC10C45AEE}" type="presParOf" srcId="{C8B8E53E-2FDD-4E8E-9C82-EEC5FBEFEF76}" destId="{1BA631DE-87CF-4422-A953-E06C8E805A78}" srcOrd="0" destOrd="0" presId="urn:microsoft.com/office/officeart/2008/layout/LinedList"/>
    <dgm:cxn modelId="{CBB4184A-37BA-4A04-A34F-B331817A5BC1}" type="presParOf" srcId="{C8B8E53E-2FDD-4E8E-9C82-EEC5FBEFEF76}" destId="{7F8555AB-925A-47B7-84A9-799D6183E58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10A6E62-A7D6-4B55-B5F3-D0638DE850DA}"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699EF23-0E18-4679-8626-37F1BAC5A33B}">
      <dgm:prSet/>
      <dgm:spPr/>
      <dgm:t>
        <a:bodyPr/>
        <a:lstStyle/>
        <a:p>
          <a:r>
            <a:rPr lang="en-US" b="1"/>
            <a:t>Two Types of Computer Information</a:t>
          </a:r>
          <a:endParaRPr lang="en-US"/>
        </a:p>
      </dgm:t>
    </dgm:pt>
    <dgm:pt modelId="{A701CD03-5FC9-4A66-A154-2207790E2E74}" type="parTrans" cxnId="{6E670AC6-D500-43F9-AA98-87CDE167B0AC}">
      <dgm:prSet/>
      <dgm:spPr/>
      <dgm:t>
        <a:bodyPr/>
        <a:lstStyle/>
        <a:p>
          <a:endParaRPr lang="en-US"/>
        </a:p>
      </dgm:t>
    </dgm:pt>
    <dgm:pt modelId="{41A2B151-8C81-4E82-A52D-FF0031C47A7E}" type="sibTrans" cxnId="{6E670AC6-D500-43F9-AA98-87CDE167B0AC}">
      <dgm:prSet/>
      <dgm:spPr/>
      <dgm:t>
        <a:bodyPr/>
        <a:lstStyle/>
        <a:p>
          <a:endParaRPr lang="en-US"/>
        </a:p>
      </dgm:t>
    </dgm:pt>
    <dgm:pt modelId="{E286EABC-AEA4-4D3D-AC22-276181ABE7C7}">
      <dgm:prSet/>
      <dgm:spPr/>
      <dgm:t>
        <a:bodyPr/>
        <a:lstStyle/>
        <a:p>
          <a:r>
            <a:rPr lang="en-US" b="1"/>
            <a:t>Instructions (Programs)</a:t>
          </a:r>
          <a:endParaRPr lang="en-US"/>
        </a:p>
      </dgm:t>
    </dgm:pt>
    <dgm:pt modelId="{1FF52073-FA48-43CC-97CB-D892557BA455}" type="parTrans" cxnId="{261F6994-FCBA-4B06-A1B0-6AADE6229E8D}">
      <dgm:prSet/>
      <dgm:spPr/>
      <dgm:t>
        <a:bodyPr/>
        <a:lstStyle/>
        <a:p>
          <a:endParaRPr lang="en-US"/>
        </a:p>
      </dgm:t>
    </dgm:pt>
    <dgm:pt modelId="{24FA4E33-CDE2-44B8-84EE-D7B64318C209}" type="sibTrans" cxnId="{261F6994-FCBA-4B06-A1B0-6AADE6229E8D}">
      <dgm:prSet/>
      <dgm:spPr/>
      <dgm:t>
        <a:bodyPr/>
        <a:lstStyle/>
        <a:p>
          <a:endParaRPr lang="en-US"/>
        </a:p>
      </dgm:t>
    </dgm:pt>
    <dgm:pt modelId="{5CBEC404-D897-4825-8485-18AC747BE6A5}">
      <dgm:prSet/>
      <dgm:spPr/>
      <dgm:t>
        <a:bodyPr/>
        <a:lstStyle/>
        <a:p>
          <a:r>
            <a:rPr lang="en-US"/>
            <a:t>Explicit commands that </a:t>
          </a:r>
          <a:r>
            <a:rPr lang="en-US" b="1"/>
            <a:t>control</a:t>
          </a:r>
          <a:r>
            <a:rPr lang="en-US"/>
            <a:t> computer operations</a:t>
          </a:r>
        </a:p>
      </dgm:t>
    </dgm:pt>
    <dgm:pt modelId="{52A48388-92F1-4563-BB2E-9070034E15C0}" type="parTrans" cxnId="{3D59E664-24F3-4E96-9817-4918E921573B}">
      <dgm:prSet/>
      <dgm:spPr/>
      <dgm:t>
        <a:bodyPr/>
        <a:lstStyle/>
        <a:p>
          <a:endParaRPr lang="en-US"/>
        </a:p>
      </dgm:t>
    </dgm:pt>
    <dgm:pt modelId="{8A7C56F1-0062-4D3B-B72E-0A107C52A4CD}" type="sibTrans" cxnId="{3D59E664-24F3-4E96-9817-4918E921573B}">
      <dgm:prSet/>
      <dgm:spPr/>
      <dgm:t>
        <a:bodyPr/>
        <a:lstStyle/>
        <a:p>
          <a:endParaRPr lang="en-US"/>
        </a:p>
      </dgm:t>
    </dgm:pt>
    <dgm:pt modelId="{4CFD4855-57AA-4D81-9B4A-6C5025D35C6B}">
      <dgm:prSet/>
      <dgm:spPr/>
      <dgm:t>
        <a:bodyPr/>
        <a:lstStyle/>
        <a:p>
          <a:r>
            <a:rPr lang="en-US"/>
            <a:t>Two main functions:</a:t>
          </a:r>
        </a:p>
      </dgm:t>
    </dgm:pt>
    <dgm:pt modelId="{371902CA-C9D6-40DA-B7F4-3C93DB60EE93}" type="parTrans" cxnId="{9A1B1116-81A0-432E-BDA7-4E5D5CFBC1EC}">
      <dgm:prSet/>
      <dgm:spPr/>
      <dgm:t>
        <a:bodyPr/>
        <a:lstStyle/>
        <a:p>
          <a:endParaRPr lang="en-US"/>
        </a:p>
      </dgm:t>
    </dgm:pt>
    <dgm:pt modelId="{52C914F9-6E71-4515-A2ED-BF5A45D1B52B}" type="sibTrans" cxnId="{9A1B1116-81A0-432E-BDA7-4E5D5CFBC1EC}">
      <dgm:prSet/>
      <dgm:spPr/>
      <dgm:t>
        <a:bodyPr/>
        <a:lstStyle/>
        <a:p>
          <a:endParaRPr lang="en-US"/>
        </a:p>
      </dgm:t>
    </dgm:pt>
    <dgm:pt modelId="{9015EB13-6D68-487B-A114-C3DA7C49400C}">
      <dgm:prSet/>
      <dgm:spPr/>
      <dgm:t>
        <a:bodyPr/>
        <a:lstStyle/>
        <a:p>
          <a:r>
            <a:rPr lang="en-US" b="1"/>
            <a:t>Govern transfer</a:t>
          </a:r>
          <a:r>
            <a:rPr lang="en-US"/>
            <a:t> of information (within computer &amp; to I/O devices)</a:t>
          </a:r>
        </a:p>
      </dgm:t>
    </dgm:pt>
    <dgm:pt modelId="{4EA6B63C-0209-4986-9F13-6C7E7200118E}" type="parTrans" cxnId="{E7683122-9C90-4A3C-8340-45B530999398}">
      <dgm:prSet/>
      <dgm:spPr/>
      <dgm:t>
        <a:bodyPr/>
        <a:lstStyle/>
        <a:p>
          <a:endParaRPr lang="en-US"/>
        </a:p>
      </dgm:t>
    </dgm:pt>
    <dgm:pt modelId="{1418F35F-289F-424D-8C85-057347C7934B}" type="sibTrans" cxnId="{E7683122-9C90-4A3C-8340-45B530999398}">
      <dgm:prSet/>
      <dgm:spPr/>
      <dgm:t>
        <a:bodyPr/>
        <a:lstStyle/>
        <a:p>
          <a:endParaRPr lang="en-US"/>
        </a:p>
      </dgm:t>
    </dgm:pt>
    <dgm:pt modelId="{AC1CB348-F60D-4858-B808-2E0A82F90F2C}">
      <dgm:prSet/>
      <dgm:spPr/>
      <dgm:t>
        <a:bodyPr/>
        <a:lstStyle/>
        <a:p>
          <a:r>
            <a:rPr lang="en-US" b="1"/>
            <a:t>Specify arithmetic/logic operations</a:t>
          </a:r>
          <a:r>
            <a:rPr lang="en-US"/>
            <a:t> to be performed</a:t>
          </a:r>
        </a:p>
      </dgm:t>
    </dgm:pt>
    <dgm:pt modelId="{2F6979D5-C285-4F51-9C42-C4EFC984D298}" type="parTrans" cxnId="{F1CC33EB-AE1D-4AF9-A795-6E0A17ED97D3}">
      <dgm:prSet/>
      <dgm:spPr/>
      <dgm:t>
        <a:bodyPr/>
        <a:lstStyle/>
        <a:p>
          <a:endParaRPr lang="en-US"/>
        </a:p>
      </dgm:t>
    </dgm:pt>
    <dgm:pt modelId="{1871B32A-D49B-4619-9EDB-4D85A45025E2}" type="sibTrans" cxnId="{F1CC33EB-AE1D-4AF9-A795-6E0A17ED97D3}">
      <dgm:prSet/>
      <dgm:spPr/>
      <dgm:t>
        <a:bodyPr/>
        <a:lstStyle/>
        <a:p>
          <a:endParaRPr lang="en-US"/>
        </a:p>
      </dgm:t>
    </dgm:pt>
    <dgm:pt modelId="{DA898969-6D0C-4A69-89D5-64B46719B94C}">
      <dgm:prSet/>
      <dgm:spPr/>
      <dgm:t>
        <a:bodyPr/>
        <a:lstStyle/>
        <a:p>
          <a:r>
            <a:rPr lang="en-US" b="1" dirty="0"/>
            <a:t>Program</a:t>
          </a:r>
          <a:r>
            <a:rPr lang="en-US" dirty="0"/>
            <a:t> = A list of instructions performing a task</a:t>
          </a:r>
        </a:p>
      </dgm:t>
    </dgm:pt>
    <dgm:pt modelId="{91A9B76D-DAFA-47F9-AA7C-12EE80168763}" type="parTrans" cxnId="{82A9385B-6ED7-476C-9C38-081A75177EAD}">
      <dgm:prSet/>
      <dgm:spPr/>
      <dgm:t>
        <a:bodyPr/>
        <a:lstStyle/>
        <a:p>
          <a:endParaRPr lang="en-US"/>
        </a:p>
      </dgm:t>
    </dgm:pt>
    <dgm:pt modelId="{2CC83D1D-1A15-43F3-AF80-4731CC9D5DE7}" type="sibTrans" cxnId="{82A9385B-6ED7-476C-9C38-081A75177EAD}">
      <dgm:prSet/>
      <dgm:spPr/>
      <dgm:t>
        <a:bodyPr/>
        <a:lstStyle/>
        <a:p>
          <a:endParaRPr lang="en-US"/>
        </a:p>
      </dgm:t>
    </dgm:pt>
    <dgm:pt modelId="{747FFDC0-604D-486E-9915-BDB676C46980}">
      <dgm:prSet/>
      <dgm:spPr/>
      <dgm:t>
        <a:bodyPr/>
        <a:lstStyle/>
        <a:p>
          <a:r>
            <a:rPr lang="en-US"/>
            <a:t>Stored in </a:t>
          </a:r>
          <a:r>
            <a:rPr lang="en-US" b="1"/>
            <a:t>memory</a:t>
          </a:r>
          <a:endParaRPr lang="en-US"/>
        </a:p>
      </dgm:t>
    </dgm:pt>
    <dgm:pt modelId="{98C3ED21-6A1A-4857-B5DE-5CB2F54265D3}" type="parTrans" cxnId="{8BEF818A-FF0D-467E-945B-407A38633B75}">
      <dgm:prSet/>
      <dgm:spPr/>
      <dgm:t>
        <a:bodyPr/>
        <a:lstStyle/>
        <a:p>
          <a:endParaRPr lang="en-US"/>
        </a:p>
      </dgm:t>
    </dgm:pt>
    <dgm:pt modelId="{AFB9F63A-47EC-4E84-8415-F750BA6EF0F8}" type="sibTrans" cxnId="{8BEF818A-FF0D-467E-945B-407A38633B75}">
      <dgm:prSet/>
      <dgm:spPr/>
      <dgm:t>
        <a:bodyPr/>
        <a:lstStyle/>
        <a:p>
          <a:endParaRPr lang="en-US"/>
        </a:p>
      </dgm:t>
    </dgm:pt>
    <dgm:pt modelId="{EB5D0F80-97DE-47B8-A9DB-C54F24DC9C93}">
      <dgm:prSet/>
      <dgm:spPr/>
      <dgm:t>
        <a:bodyPr/>
        <a:lstStyle/>
        <a:p>
          <a:r>
            <a:rPr lang="en-US" b="1" dirty="0"/>
            <a:t>Processor fetches</a:t>
          </a:r>
          <a:r>
            <a:rPr lang="en-US" dirty="0"/>
            <a:t> and executes them sequentially</a:t>
          </a:r>
        </a:p>
      </dgm:t>
    </dgm:pt>
    <dgm:pt modelId="{C1A0C5EC-0200-4E34-A0D3-CB5560F8600A}" type="parTrans" cxnId="{E0B65897-C969-4C18-907A-EBA457143A3C}">
      <dgm:prSet/>
      <dgm:spPr/>
      <dgm:t>
        <a:bodyPr/>
        <a:lstStyle/>
        <a:p>
          <a:endParaRPr lang="en-US"/>
        </a:p>
      </dgm:t>
    </dgm:pt>
    <dgm:pt modelId="{6F3E9008-E02B-48A4-890B-DEA32B3E4A1A}" type="sibTrans" cxnId="{E0B65897-C969-4C18-907A-EBA457143A3C}">
      <dgm:prSet/>
      <dgm:spPr/>
      <dgm:t>
        <a:bodyPr/>
        <a:lstStyle/>
        <a:p>
          <a:endParaRPr lang="en-US"/>
        </a:p>
      </dgm:t>
    </dgm:pt>
    <dgm:pt modelId="{ED8423E0-F7C4-49DC-942E-F406B6F8C5F7}">
      <dgm:prSet/>
      <dgm:spPr/>
      <dgm:t>
        <a:bodyPr/>
        <a:lstStyle/>
        <a:p>
          <a:r>
            <a:rPr lang="en-US" b="1"/>
            <a:t>Data</a:t>
          </a:r>
          <a:endParaRPr lang="en-US"/>
        </a:p>
      </dgm:t>
    </dgm:pt>
    <dgm:pt modelId="{D06FB049-C42F-4839-A29A-7504D1B370FA}" type="parTrans" cxnId="{19500E58-C267-49E9-AA97-793CC6AC3FDF}">
      <dgm:prSet/>
      <dgm:spPr/>
      <dgm:t>
        <a:bodyPr/>
        <a:lstStyle/>
        <a:p>
          <a:endParaRPr lang="en-US"/>
        </a:p>
      </dgm:t>
    </dgm:pt>
    <dgm:pt modelId="{3B7835C0-7701-49E1-82FD-8C2F71AD5FCD}" type="sibTrans" cxnId="{19500E58-C267-49E9-AA97-793CC6AC3FDF}">
      <dgm:prSet/>
      <dgm:spPr/>
      <dgm:t>
        <a:bodyPr/>
        <a:lstStyle/>
        <a:p>
          <a:endParaRPr lang="en-US"/>
        </a:p>
      </dgm:t>
    </dgm:pt>
    <dgm:pt modelId="{6119A922-4405-44B6-B702-000E7422A84D}">
      <dgm:prSet/>
      <dgm:spPr/>
      <dgm:t>
        <a:bodyPr/>
        <a:lstStyle/>
        <a:p>
          <a:r>
            <a:rPr lang="en-US"/>
            <a:t>Numbers and characters used as </a:t>
          </a:r>
          <a:r>
            <a:rPr lang="en-US" b="1"/>
            <a:t>operands</a:t>
          </a:r>
          <a:r>
            <a:rPr lang="en-US"/>
            <a:t> by instructions</a:t>
          </a:r>
        </a:p>
      </dgm:t>
    </dgm:pt>
    <dgm:pt modelId="{5A9C143C-7459-4A70-9660-6ECE41FE0DFA}" type="parTrans" cxnId="{BE02BED4-3120-4FDC-93D7-CF8ADD20C244}">
      <dgm:prSet/>
      <dgm:spPr/>
      <dgm:t>
        <a:bodyPr/>
        <a:lstStyle/>
        <a:p>
          <a:endParaRPr lang="en-US"/>
        </a:p>
      </dgm:t>
    </dgm:pt>
    <dgm:pt modelId="{24C78733-768F-4346-B220-62369C893C5F}" type="sibTrans" cxnId="{BE02BED4-3120-4FDC-93D7-CF8ADD20C244}">
      <dgm:prSet/>
      <dgm:spPr/>
      <dgm:t>
        <a:bodyPr/>
        <a:lstStyle/>
        <a:p>
          <a:endParaRPr lang="en-US"/>
        </a:p>
      </dgm:t>
    </dgm:pt>
    <dgm:pt modelId="{2CC82E7A-B099-4919-86C9-CFE05A1A1568}">
      <dgm:prSet/>
      <dgm:spPr/>
      <dgm:t>
        <a:bodyPr/>
        <a:lstStyle/>
        <a:p>
          <a:r>
            <a:rPr lang="en-US"/>
            <a:t>Also stored in </a:t>
          </a:r>
          <a:r>
            <a:rPr lang="en-US" b="1"/>
            <a:t>memory</a:t>
          </a:r>
          <a:endParaRPr lang="en-US"/>
        </a:p>
      </dgm:t>
    </dgm:pt>
    <dgm:pt modelId="{1A47B9CC-FFB4-4951-A917-AFEFE2714BF3}" type="parTrans" cxnId="{AE4DE6C6-D854-4B47-A6B9-4438FE422F2B}">
      <dgm:prSet/>
      <dgm:spPr/>
      <dgm:t>
        <a:bodyPr/>
        <a:lstStyle/>
        <a:p>
          <a:endParaRPr lang="en-US"/>
        </a:p>
      </dgm:t>
    </dgm:pt>
    <dgm:pt modelId="{7C2CE197-BE76-4FE8-BB45-BB4BC3A8D274}" type="sibTrans" cxnId="{AE4DE6C6-D854-4B47-A6B9-4438FE422F2B}">
      <dgm:prSet/>
      <dgm:spPr/>
      <dgm:t>
        <a:bodyPr/>
        <a:lstStyle/>
        <a:p>
          <a:endParaRPr lang="en-US"/>
        </a:p>
      </dgm:t>
    </dgm:pt>
    <dgm:pt modelId="{F3BC6460-C450-4E45-9CF2-84C63960936A}">
      <dgm:prSet/>
      <dgm:spPr/>
      <dgm:t>
        <a:bodyPr/>
        <a:lstStyle/>
        <a:p>
          <a:r>
            <a:rPr lang="en-US"/>
            <a:t>Processed according to instruction commands</a:t>
          </a:r>
          <a:br>
            <a:rPr lang="en-US"/>
          </a:br>
          <a:endParaRPr lang="en-US"/>
        </a:p>
      </dgm:t>
    </dgm:pt>
    <dgm:pt modelId="{4071CEC4-BB32-45D9-B6CA-C2389454358C}" type="parTrans" cxnId="{9B504EE2-2544-426B-A7A0-DF3CEEB8AD57}">
      <dgm:prSet/>
      <dgm:spPr/>
      <dgm:t>
        <a:bodyPr/>
        <a:lstStyle/>
        <a:p>
          <a:endParaRPr lang="en-US"/>
        </a:p>
      </dgm:t>
    </dgm:pt>
    <dgm:pt modelId="{D61DE28B-9BF4-487E-8FCE-1086334115FE}" type="sibTrans" cxnId="{9B504EE2-2544-426B-A7A0-DF3CEEB8AD57}">
      <dgm:prSet/>
      <dgm:spPr/>
      <dgm:t>
        <a:bodyPr/>
        <a:lstStyle/>
        <a:p>
          <a:endParaRPr lang="en-US"/>
        </a:p>
      </dgm:t>
    </dgm:pt>
    <dgm:pt modelId="{A0F17157-016A-4C61-B31E-BFF8052B9163}" type="pres">
      <dgm:prSet presAssocID="{110A6E62-A7D6-4B55-B5F3-D0638DE850DA}" presName="linear" presStyleCnt="0">
        <dgm:presLayoutVars>
          <dgm:animLvl val="lvl"/>
          <dgm:resizeHandles val="exact"/>
        </dgm:presLayoutVars>
      </dgm:prSet>
      <dgm:spPr/>
    </dgm:pt>
    <dgm:pt modelId="{4B22A5A7-97DB-41AA-9DFE-FB1A929E6784}" type="pres">
      <dgm:prSet presAssocID="{A699EF23-0E18-4679-8626-37F1BAC5A33B}" presName="parentText" presStyleLbl="node1" presStyleIdx="0" presStyleCnt="3">
        <dgm:presLayoutVars>
          <dgm:chMax val="0"/>
          <dgm:bulletEnabled val="1"/>
        </dgm:presLayoutVars>
      </dgm:prSet>
      <dgm:spPr/>
    </dgm:pt>
    <dgm:pt modelId="{F306257E-036E-444B-A3C4-B148EF3BBF1C}" type="pres">
      <dgm:prSet presAssocID="{41A2B151-8C81-4E82-A52D-FF0031C47A7E}" presName="spacer" presStyleCnt="0"/>
      <dgm:spPr/>
    </dgm:pt>
    <dgm:pt modelId="{BE24C258-B963-47F8-92AA-C85752C99FED}" type="pres">
      <dgm:prSet presAssocID="{E286EABC-AEA4-4D3D-AC22-276181ABE7C7}" presName="parentText" presStyleLbl="node1" presStyleIdx="1" presStyleCnt="3">
        <dgm:presLayoutVars>
          <dgm:chMax val="0"/>
          <dgm:bulletEnabled val="1"/>
        </dgm:presLayoutVars>
      </dgm:prSet>
      <dgm:spPr/>
    </dgm:pt>
    <dgm:pt modelId="{F6A5DAB0-78C5-4F8C-9094-4AC91436967C}" type="pres">
      <dgm:prSet presAssocID="{E286EABC-AEA4-4D3D-AC22-276181ABE7C7}" presName="childText" presStyleLbl="revTx" presStyleIdx="0" presStyleCnt="2">
        <dgm:presLayoutVars>
          <dgm:bulletEnabled val="1"/>
        </dgm:presLayoutVars>
      </dgm:prSet>
      <dgm:spPr/>
    </dgm:pt>
    <dgm:pt modelId="{0CA3B107-E929-4BFE-94AD-F3A3AA38183A}" type="pres">
      <dgm:prSet presAssocID="{ED8423E0-F7C4-49DC-942E-F406B6F8C5F7}" presName="parentText" presStyleLbl="node1" presStyleIdx="2" presStyleCnt="3">
        <dgm:presLayoutVars>
          <dgm:chMax val="0"/>
          <dgm:bulletEnabled val="1"/>
        </dgm:presLayoutVars>
      </dgm:prSet>
      <dgm:spPr/>
    </dgm:pt>
    <dgm:pt modelId="{F1AAB7CE-6507-4593-A5AC-C4C765349ECE}" type="pres">
      <dgm:prSet presAssocID="{ED8423E0-F7C4-49DC-942E-F406B6F8C5F7}" presName="childText" presStyleLbl="revTx" presStyleIdx="1" presStyleCnt="2">
        <dgm:presLayoutVars>
          <dgm:bulletEnabled val="1"/>
        </dgm:presLayoutVars>
      </dgm:prSet>
      <dgm:spPr/>
    </dgm:pt>
  </dgm:ptLst>
  <dgm:cxnLst>
    <dgm:cxn modelId="{D0D0F900-964D-4C85-8797-3BB5B4ABF9B9}" type="presOf" srcId="{9015EB13-6D68-487B-A114-C3DA7C49400C}" destId="{F6A5DAB0-78C5-4F8C-9094-4AC91436967C}" srcOrd="0" destOrd="2" presId="urn:microsoft.com/office/officeart/2005/8/layout/vList2"/>
    <dgm:cxn modelId="{3551AB01-CB99-469D-9228-345CFBD6E9E7}" type="presOf" srcId="{6119A922-4405-44B6-B702-000E7422A84D}" destId="{F1AAB7CE-6507-4593-A5AC-C4C765349ECE}" srcOrd="0" destOrd="0" presId="urn:microsoft.com/office/officeart/2005/8/layout/vList2"/>
    <dgm:cxn modelId="{9A1B1116-81A0-432E-BDA7-4E5D5CFBC1EC}" srcId="{E286EABC-AEA4-4D3D-AC22-276181ABE7C7}" destId="{4CFD4855-57AA-4D81-9B4A-6C5025D35C6B}" srcOrd="1" destOrd="0" parTransId="{371902CA-C9D6-40DA-B7F4-3C93DB60EE93}" sibTransId="{52C914F9-6E71-4515-A2ED-BF5A45D1B52B}"/>
    <dgm:cxn modelId="{54E5271C-2165-4436-9113-DD50324DBE4B}" type="presOf" srcId="{DA898969-6D0C-4A69-89D5-64B46719B94C}" destId="{F6A5DAB0-78C5-4F8C-9094-4AC91436967C}" srcOrd="0" destOrd="4" presId="urn:microsoft.com/office/officeart/2005/8/layout/vList2"/>
    <dgm:cxn modelId="{7343D01D-B7CB-4B94-B34C-941FB0C390EB}" type="presOf" srcId="{E286EABC-AEA4-4D3D-AC22-276181ABE7C7}" destId="{BE24C258-B963-47F8-92AA-C85752C99FED}" srcOrd="0" destOrd="0" presId="urn:microsoft.com/office/officeart/2005/8/layout/vList2"/>
    <dgm:cxn modelId="{E7683122-9C90-4A3C-8340-45B530999398}" srcId="{4CFD4855-57AA-4D81-9B4A-6C5025D35C6B}" destId="{9015EB13-6D68-487B-A114-C3DA7C49400C}" srcOrd="0" destOrd="0" parTransId="{4EA6B63C-0209-4986-9F13-6C7E7200118E}" sibTransId="{1418F35F-289F-424D-8C85-057347C7934B}"/>
    <dgm:cxn modelId="{D27CBC35-4BDA-4DBB-90D8-1A2EB63D7B40}" type="presOf" srcId="{AC1CB348-F60D-4858-B808-2E0A82F90F2C}" destId="{F6A5DAB0-78C5-4F8C-9094-4AC91436967C}" srcOrd="0" destOrd="3" presId="urn:microsoft.com/office/officeart/2005/8/layout/vList2"/>
    <dgm:cxn modelId="{3AA76337-CF79-47FB-83DB-41A39A82D800}" type="presOf" srcId="{ED8423E0-F7C4-49DC-942E-F406B6F8C5F7}" destId="{0CA3B107-E929-4BFE-94AD-F3A3AA38183A}" srcOrd="0" destOrd="0" presId="urn:microsoft.com/office/officeart/2005/8/layout/vList2"/>
    <dgm:cxn modelId="{82A9385B-6ED7-476C-9C38-081A75177EAD}" srcId="{E286EABC-AEA4-4D3D-AC22-276181ABE7C7}" destId="{DA898969-6D0C-4A69-89D5-64B46719B94C}" srcOrd="2" destOrd="0" parTransId="{91A9B76D-DAFA-47F9-AA7C-12EE80168763}" sibTransId="{2CC83D1D-1A15-43F3-AF80-4731CC9D5DE7}"/>
    <dgm:cxn modelId="{3D59E664-24F3-4E96-9817-4918E921573B}" srcId="{E286EABC-AEA4-4D3D-AC22-276181ABE7C7}" destId="{5CBEC404-D897-4825-8485-18AC747BE6A5}" srcOrd="0" destOrd="0" parTransId="{52A48388-92F1-4563-BB2E-9070034E15C0}" sibTransId="{8A7C56F1-0062-4D3B-B72E-0A107C52A4CD}"/>
    <dgm:cxn modelId="{56BA1870-6ECE-4AB8-AB7B-A81998D4556B}" type="presOf" srcId="{2CC82E7A-B099-4919-86C9-CFE05A1A1568}" destId="{F1AAB7CE-6507-4593-A5AC-C4C765349ECE}" srcOrd="0" destOrd="1" presId="urn:microsoft.com/office/officeart/2005/8/layout/vList2"/>
    <dgm:cxn modelId="{3DD52775-8B6B-4246-95C1-73C5F8100BFA}" type="presOf" srcId="{110A6E62-A7D6-4B55-B5F3-D0638DE850DA}" destId="{A0F17157-016A-4C61-B31E-BFF8052B9163}" srcOrd="0" destOrd="0" presId="urn:microsoft.com/office/officeart/2005/8/layout/vList2"/>
    <dgm:cxn modelId="{19500E58-C267-49E9-AA97-793CC6AC3FDF}" srcId="{110A6E62-A7D6-4B55-B5F3-D0638DE850DA}" destId="{ED8423E0-F7C4-49DC-942E-F406B6F8C5F7}" srcOrd="2" destOrd="0" parTransId="{D06FB049-C42F-4839-A29A-7504D1B370FA}" sibTransId="{3B7835C0-7701-49E1-82FD-8C2F71AD5FCD}"/>
    <dgm:cxn modelId="{8BEF818A-FF0D-467E-945B-407A38633B75}" srcId="{E286EABC-AEA4-4D3D-AC22-276181ABE7C7}" destId="{747FFDC0-604D-486E-9915-BDB676C46980}" srcOrd="3" destOrd="0" parTransId="{98C3ED21-6A1A-4857-B5DE-5CB2F54265D3}" sibTransId="{AFB9F63A-47EC-4E84-8415-F750BA6EF0F8}"/>
    <dgm:cxn modelId="{E37F388C-94D3-4787-B3B8-001B776A422B}" type="presOf" srcId="{F3BC6460-C450-4E45-9CF2-84C63960936A}" destId="{F1AAB7CE-6507-4593-A5AC-C4C765349ECE}" srcOrd="0" destOrd="2" presId="urn:microsoft.com/office/officeart/2005/8/layout/vList2"/>
    <dgm:cxn modelId="{261F6994-FCBA-4B06-A1B0-6AADE6229E8D}" srcId="{110A6E62-A7D6-4B55-B5F3-D0638DE850DA}" destId="{E286EABC-AEA4-4D3D-AC22-276181ABE7C7}" srcOrd="1" destOrd="0" parTransId="{1FF52073-FA48-43CC-97CB-D892557BA455}" sibTransId="{24FA4E33-CDE2-44B8-84EE-D7B64318C209}"/>
    <dgm:cxn modelId="{E0B65897-C969-4C18-907A-EBA457143A3C}" srcId="{E286EABC-AEA4-4D3D-AC22-276181ABE7C7}" destId="{EB5D0F80-97DE-47B8-A9DB-C54F24DC9C93}" srcOrd="4" destOrd="0" parTransId="{C1A0C5EC-0200-4E34-A0D3-CB5560F8600A}" sibTransId="{6F3E9008-E02B-48A4-890B-DEA32B3E4A1A}"/>
    <dgm:cxn modelId="{3F523E9A-523B-4FF2-85C2-3BFE0BB05004}" type="presOf" srcId="{EB5D0F80-97DE-47B8-A9DB-C54F24DC9C93}" destId="{F6A5DAB0-78C5-4F8C-9094-4AC91436967C}" srcOrd="0" destOrd="6" presId="urn:microsoft.com/office/officeart/2005/8/layout/vList2"/>
    <dgm:cxn modelId="{CF7A38A9-993A-4F7E-AFC4-6E1BE2084EB5}" type="presOf" srcId="{A699EF23-0E18-4679-8626-37F1BAC5A33B}" destId="{4B22A5A7-97DB-41AA-9DFE-FB1A929E6784}" srcOrd="0" destOrd="0" presId="urn:microsoft.com/office/officeart/2005/8/layout/vList2"/>
    <dgm:cxn modelId="{6E670AC6-D500-43F9-AA98-87CDE167B0AC}" srcId="{110A6E62-A7D6-4B55-B5F3-D0638DE850DA}" destId="{A699EF23-0E18-4679-8626-37F1BAC5A33B}" srcOrd="0" destOrd="0" parTransId="{A701CD03-5FC9-4A66-A154-2207790E2E74}" sibTransId="{41A2B151-8C81-4E82-A52D-FF0031C47A7E}"/>
    <dgm:cxn modelId="{AE4DE6C6-D854-4B47-A6B9-4438FE422F2B}" srcId="{ED8423E0-F7C4-49DC-942E-F406B6F8C5F7}" destId="{2CC82E7A-B099-4919-86C9-CFE05A1A1568}" srcOrd="1" destOrd="0" parTransId="{1A47B9CC-FFB4-4951-A917-AFEFE2714BF3}" sibTransId="{7C2CE197-BE76-4FE8-BB45-BB4BC3A8D274}"/>
    <dgm:cxn modelId="{BE02BED4-3120-4FDC-93D7-CF8ADD20C244}" srcId="{ED8423E0-F7C4-49DC-942E-F406B6F8C5F7}" destId="{6119A922-4405-44B6-B702-000E7422A84D}" srcOrd="0" destOrd="0" parTransId="{5A9C143C-7459-4A70-9660-6ECE41FE0DFA}" sibTransId="{24C78733-768F-4346-B220-62369C893C5F}"/>
    <dgm:cxn modelId="{900E59D8-FD11-4FB6-A16C-5F841783ED6C}" type="presOf" srcId="{4CFD4855-57AA-4D81-9B4A-6C5025D35C6B}" destId="{F6A5DAB0-78C5-4F8C-9094-4AC91436967C}" srcOrd="0" destOrd="1" presId="urn:microsoft.com/office/officeart/2005/8/layout/vList2"/>
    <dgm:cxn modelId="{BD4A37DA-15AF-4D3D-B6EF-872EB3D93AA1}" type="presOf" srcId="{747FFDC0-604D-486E-9915-BDB676C46980}" destId="{F6A5DAB0-78C5-4F8C-9094-4AC91436967C}" srcOrd="0" destOrd="5" presId="urn:microsoft.com/office/officeart/2005/8/layout/vList2"/>
    <dgm:cxn modelId="{9B504EE2-2544-426B-A7A0-DF3CEEB8AD57}" srcId="{ED8423E0-F7C4-49DC-942E-F406B6F8C5F7}" destId="{F3BC6460-C450-4E45-9CF2-84C63960936A}" srcOrd="2" destOrd="0" parTransId="{4071CEC4-BB32-45D9-B6CA-C2389454358C}" sibTransId="{D61DE28B-9BF4-487E-8FCE-1086334115FE}"/>
    <dgm:cxn modelId="{F1CC33EB-AE1D-4AF9-A795-6E0A17ED97D3}" srcId="{4CFD4855-57AA-4D81-9B4A-6C5025D35C6B}" destId="{AC1CB348-F60D-4858-B808-2E0A82F90F2C}" srcOrd="1" destOrd="0" parTransId="{2F6979D5-C285-4F51-9C42-C4EFC984D298}" sibTransId="{1871B32A-D49B-4619-9EDB-4D85A45025E2}"/>
    <dgm:cxn modelId="{0C96B8F8-A2CD-46A1-B846-2068665C1CB0}" type="presOf" srcId="{5CBEC404-D897-4825-8485-18AC747BE6A5}" destId="{F6A5DAB0-78C5-4F8C-9094-4AC91436967C}" srcOrd="0" destOrd="0" presId="urn:microsoft.com/office/officeart/2005/8/layout/vList2"/>
    <dgm:cxn modelId="{A4FBA9B1-44CA-4DEC-809A-176D858CA5BE}" type="presParOf" srcId="{A0F17157-016A-4C61-B31E-BFF8052B9163}" destId="{4B22A5A7-97DB-41AA-9DFE-FB1A929E6784}" srcOrd="0" destOrd="0" presId="urn:microsoft.com/office/officeart/2005/8/layout/vList2"/>
    <dgm:cxn modelId="{71696D23-C629-4B0B-8E0D-85D45E729C99}" type="presParOf" srcId="{A0F17157-016A-4C61-B31E-BFF8052B9163}" destId="{F306257E-036E-444B-A3C4-B148EF3BBF1C}" srcOrd="1" destOrd="0" presId="urn:microsoft.com/office/officeart/2005/8/layout/vList2"/>
    <dgm:cxn modelId="{6D8CF946-321E-4F6D-80AD-188738202F18}" type="presParOf" srcId="{A0F17157-016A-4C61-B31E-BFF8052B9163}" destId="{BE24C258-B963-47F8-92AA-C85752C99FED}" srcOrd="2" destOrd="0" presId="urn:microsoft.com/office/officeart/2005/8/layout/vList2"/>
    <dgm:cxn modelId="{D2056993-9D94-45EE-8CA3-B7A888E05189}" type="presParOf" srcId="{A0F17157-016A-4C61-B31E-BFF8052B9163}" destId="{F6A5DAB0-78C5-4F8C-9094-4AC91436967C}" srcOrd="3" destOrd="0" presId="urn:microsoft.com/office/officeart/2005/8/layout/vList2"/>
    <dgm:cxn modelId="{45E6C233-F89D-4392-983C-F854DC294554}" type="presParOf" srcId="{A0F17157-016A-4C61-B31E-BFF8052B9163}" destId="{0CA3B107-E929-4BFE-94AD-F3A3AA38183A}" srcOrd="4" destOrd="0" presId="urn:microsoft.com/office/officeart/2005/8/layout/vList2"/>
    <dgm:cxn modelId="{F4B74490-49BB-481B-B5F6-13DBA2368202}" type="presParOf" srcId="{A0F17157-016A-4C61-B31E-BFF8052B9163}" destId="{F1AAB7CE-6507-4593-A5AC-C4C765349ECE}" srcOrd="5" destOrd="0" presId="urn:microsoft.com/office/officeart/2005/8/layout/vList2"/>
  </dgm:cxnLst>
  <dgm:bg>
    <a:solidFill>
      <a:schemeClr val="accent5">
        <a:lumMod val="20000"/>
        <a:lumOff val="8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B0FF422-FB73-461E-9009-77AAAD68F1DF}"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7B8439E6-08D7-4687-AD77-51454EF34D17}">
      <dgm:prSet custT="1"/>
      <dgm:spPr/>
      <dgm:t>
        <a:bodyPr/>
        <a:lstStyle/>
        <a:p>
          <a:r>
            <a:rPr lang="en-US" sz="2800" dirty="0"/>
            <a:t>As an adjunct to the main memory, </a:t>
          </a:r>
          <a:r>
            <a:rPr lang="en-US" sz="2800" b="1" dirty="0"/>
            <a:t>a smaller, faster RAM unit</a:t>
          </a:r>
          <a:r>
            <a:rPr lang="en-US" sz="2800" dirty="0"/>
            <a:t>, </a:t>
          </a:r>
          <a:r>
            <a:rPr lang="en-US" sz="2800" b="1" dirty="0"/>
            <a:t>called a cache</a:t>
          </a:r>
          <a:r>
            <a:rPr lang="en-US" sz="2800" dirty="0"/>
            <a:t>, is used to hold sections of a program that are currently being executed, along with any associated data. </a:t>
          </a:r>
        </a:p>
      </dgm:t>
    </dgm:pt>
    <dgm:pt modelId="{17572F73-CA2B-4A8A-9261-E8805FC471EE}" type="parTrans" cxnId="{8702DA97-22BE-43D9-8FF3-3787F84DDEF7}">
      <dgm:prSet/>
      <dgm:spPr/>
      <dgm:t>
        <a:bodyPr/>
        <a:lstStyle/>
        <a:p>
          <a:endParaRPr lang="en-US"/>
        </a:p>
      </dgm:t>
    </dgm:pt>
    <dgm:pt modelId="{CDE0B01C-8F25-4EAE-823A-6DDC8B6C12DA}" type="sibTrans" cxnId="{8702DA97-22BE-43D9-8FF3-3787F84DDEF7}">
      <dgm:prSet/>
      <dgm:spPr/>
      <dgm:t>
        <a:bodyPr/>
        <a:lstStyle/>
        <a:p>
          <a:endParaRPr lang="en-US"/>
        </a:p>
      </dgm:t>
    </dgm:pt>
    <dgm:pt modelId="{E1686BAD-FB18-41F2-A8CC-929B168AA1B2}">
      <dgm:prSet/>
      <dgm:spPr/>
      <dgm:t>
        <a:bodyPr/>
        <a:lstStyle/>
        <a:p>
          <a:r>
            <a:rPr lang="en-US"/>
            <a:t>The cache is tightly coupled with the processor and is usually contained on the same integrated-circuit chip. </a:t>
          </a:r>
        </a:p>
      </dgm:t>
    </dgm:pt>
    <dgm:pt modelId="{61AF1C9E-CF0B-4408-92CF-10D2B768F9F6}" type="parTrans" cxnId="{22336F2B-4DAC-42B5-AB7F-027D665E02C7}">
      <dgm:prSet/>
      <dgm:spPr/>
      <dgm:t>
        <a:bodyPr/>
        <a:lstStyle/>
        <a:p>
          <a:endParaRPr lang="en-US"/>
        </a:p>
      </dgm:t>
    </dgm:pt>
    <dgm:pt modelId="{92D38786-D6DB-45E1-ACF9-B738C63AEB16}" type="sibTrans" cxnId="{22336F2B-4DAC-42B5-AB7F-027D665E02C7}">
      <dgm:prSet/>
      <dgm:spPr/>
      <dgm:t>
        <a:bodyPr/>
        <a:lstStyle/>
        <a:p>
          <a:endParaRPr lang="en-US"/>
        </a:p>
      </dgm:t>
    </dgm:pt>
    <dgm:pt modelId="{501FABBC-9D46-4E5A-813A-F2F5A3A48EF2}">
      <dgm:prSet/>
      <dgm:spPr/>
      <dgm:t>
        <a:bodyPr/>
        <a:lstStyle/>
        <a:p>
          <a:r>
            <a:rPr lang="en-US"/>
            <a:t>The purpose of the cache is to facilitate high instruction execution rates.</a:t>
          </a:r>
        </a:p>
      </dgm:t>
    </dgm:pt>
    <dgm:pt modelId="{404AD1C4-EA9E-4853-9028-E15BB13B6435}" type="parTrans" cxnId="{3FF1177B-3AFF-49EB-9BB8-CBF2D41CEA1F}">
      <dgm:prSet/>
      <dgm:spPr/>
      <dgm:t>
        <a:bodyPr/>
        <a:lstStyle/>
        <a:p>
          <a:endParaRPr lang="en-US"/>
        </a:p>
      </dgm:t>
    </dgm:pt>
    <dgm:pt modelId="{E643478A-DD29-492E-A2B5-D0F6B376E727}" type="sibTrans" cxnId="{3FF1177B-3AFF-49EB-9BB8-CBF2D41CEA1F}">
      <dgm:prSet/>
      <dgm:spPr/>
      <dgm:t>
        <a:bodyPr/>
        <a:lstStyle/>
        <a:p>
          <a:endParaRPr lang="en-US"/>
        </a:p>
      </dgm:t>
    </dgm:pt>
    <dgm:pt modelId="{0A64D7D0-F318-49D5-8157-E98389B1C28E}" type="pres">
      <dgm:prSet presAssocID="{CB0FF422-FB73-461E-9009-77AAAD68F1DF}" presName="Name0" presStyleCnt="0">
        <dgm:presLayoutVars>
          <dgm:dir/>
          <dgm:animLvl val="lvl"/>
          <dgm:resizeHandles val="exact"/>
        </dgm:presLayoutVars>
      </dgm:prSet>
      <dgm:spPr/>
    </dgm:pt>
    <dgm:pt modelId="{11004753-80D4-4AF1-8249-2C5EA236BEAE}" type="pres">
      <dgm:prSet presAssocID="{501FABBC-9D46-4E5A-813A-F2F5A3A48EF2}" presName="boxAndChildren" presStyleCnt="0"/>
      <dgm:spPr/>
    </dgm:pt>
    <dgm:pt modelId="{30E44EE7-88E2-406E-A1B4-B204E1082D95}" type="pres">
      <dgm:prSet presAssocID="{501FABBC-9D46-4E5A-813A-F2F5A3A48EF2}" presName="parentTextBox" presStyleLbl="node1" presStyleIdx="0" presStyleCnt="3"/>
      <dgm:spPr/>
    </dgm:pt>
    <dgm:pt modelId="{0165B524-4B8B-4EB5-BE53-0561C9526B89}" type="pres">
      <dgm:prSet presAssocID="{92D38786-D6DB-45E1-ACF9-B738C63AEB16}" presName="sp" presStyleCnt="0"/>
      <dgm:spPr/>
    </dgm:pt>
    <dgm:pt modelId="{43FF209A-5C41-4B58-9961-5A3357852AB4}" type="pres">
      <dgm:prSet presAssocID="{E1686BAD-FB18-41F2-A8CC-929B168AA1B2}" presName="arrowAndChildren" presStyleCnt="0"/>
      <dgm:spPr/>
    </dgm:pt>
    <dgm:pt modelId="{60B8BB67-63F6-4AA4-8B4A-344615E1EBA8}" type="pres">
      <dgm:prSet presAssocID="{E1686BAD-FB18-41F2-A8CC-929B168AA1B2}" presName="parentTextArrow" presStyleLbl="node1" presStyleIdx="1" presStyleCnt="3"/>
      <dgm:spPr/>
    </dgm:pt>
    <dgm:pt modelId="{BAC5814C-14AF-41E5-9CDE-091C4E025DD0}" type="pres">
      <dgm:prSet presAssocID="{CDE0B01C-8F25-4EAE-823A-6DDC8B6C12DA}" presName="sp" presStyleCnt="0"/>
      <dgm:spPr/>
    </dgm:pt>
    <dgm:pt modelId="{B26BBBD4-ADA5-489B-B287-4786A0C54A9D}" type="pres">
      <dgm:prSet presAssocID="{7B8439E6-08D7-4687-AD77-51454EF34D17}" presName="arrowAndChildren" presStyleCnt="0"/>
      <dgm:spPr/>
    </dgm:pt>
    <dgm:pt modelId="{A6C033E1-3E38-4EB4-8C8A-8019194923EB}" type="pres">
      <dgm:prSet presAssocID="{7B8439E6-08D7-4687-AD77-51454EF34D17}" presName="parentTextArrow" presStyleLbl="node1" presStyleIdx="2" presStyleCnt="3"/>
      <dgm:spPr/>
    </dgm:pt>
  </dgm:ptLst>
  <dgm:cxnLst>
    <dgm:cxn modelId="{333ED71B-FC58-4EF6-A494-1256ADC038DF}" type="presOf" srcId="{CB0FF422-FB73-461E-9009-77AAAD68F1DF}" destId="{0A64D7D0-F318-49D5-8157-E98389B1C28E}" srcOrd="0" destOrd="0" presId="urn:microsoft.com/office/officeart/2005/8/layout/process4"/>
    <dgm:cxn modelId="{22336F2B-4DAC-42B5-AB7F-027D665E02C7}" srcId="{CB0FF422-FB73-461E-9009-77AAAD68F1DF}" destId="{E1686BAD-FB18-41F2-A8CC-929B168AA1B2}" srcOrd="1" destOrd="0" parTransId="{61AF1C9E-CF0B-4408-92CF-10D2B768F9F6}" sibTransId="{92D38786-D6DB-45E1-ACF9-B738C63AEB16}"/>
    <dgm:cxn modelId="{A3F10437-C544-450E-86D6-B43A021197C3}" type="presOf" srcId="{7B8439E6-08D7-4687-AD77-51454EF34D17}" destId="{A6C033E1-3E38-4EB4-8C8A-8019194923EB}" srcOrd="0" destOrd="0" presId="urn:microsoft.com/office/officeart/2005/8/layout/process4"/>
    <dgm:cxn modelId="{85170A50-0C46-47A0-9E8C-11AEE950CA2D}" type="presOf" srcId="{E1686BAD-FB18-41F2-A8CC-929B168AA1B2}" destId="{60B8BB67-63F6-4AA4-8B4A-344615E1EBA8}" srcOrd="0" destOrd="0" presId="urn:microsoft.com/office/officeart/2005/8/layout/process4"/>
    <dgm:cxn modelId="{3FF1177B-3AFF-49EB-9BB8-CBF2D41CEA1F}" srcId="{CB0FF422-FB73-461E-9009-77AAAD68F1DF}" destId="{501FABBC-9D46-4E5A-813A-F2F5A3A48EF2}" srcOrd="2" destOrd="0" parTransId="{404AD1C4-EA9E-4853-9028-E15BB13B6435}" sibTransId="{E643478A-DD29-492E-A2B5-D0F6B376E727}"/>
    <dgm:cxn modelId="{DD7C4E8E-9F7E-456F-9881-D647D06678F7}" type="presOf" srcId="{501FABBC-9D46-4E5A-813A-F2F5A3A48EF2}" destId="{30E44EE7-88E2-406E-A1B4-B204E1082D95}" srcOrd="0" destOrd="0" presId="urn:microsoft.com/office/officeart/2005/8/layout/process4"/>
    <dgm:cxn modelId="{8702DA97-22BE-43D9-8FF3-3787F84DDEF7}" srcId="{CB0FF422-FB73-461E-9009-77AAAD68F1DF}" destId="{7B8439E6-08D7-4687-AD77-51454EF34D17}" srcOrd="0" destOrd="0" parTransId="{17572F73-CA2B-4A8A-9261-E8805FC471EE}" sibTransId="{CDE0B01C-8F25-4EAE-823A-6DDC8B6C12DA}"/>
    <dgm:cxn modelId="{57C1E31C-2F30-4883-8F96-FC0368DFAD14}" type="presParOf" srcId="{0A64D7D0-F318-49D5-8157-E98389B1C28E}" destId="{11004753-80D4-4AF1-8249-2C5EA236BEAE}" srcOrd="0" destOrd="0" presId="urn:microsoft.com/office/officeart/2005/8/layout/process4"/>
    <dgm:cxn modelId="{E382997B-A23A-45D4-974F-103E5585E540}" type="presParOf" srcId="{11004753-80D4-4AF1-8249-2C5EA236BEAE}" destId="{30E44EE7-88E2-406E-A1B4-B204E1082D95}" srcOrd="0" destOrd="0" presId="urn:microsoft.com/office/officeart/2005/8/layout/process4"/>
    <dgm:cxn modelId="{67F7296B-8CA5-4F17-A93C-60333CFD2625}" type="presParOf" srcId="{0A64D7D0-F318-49D5-8157-E98389B1C28E}" destId="{0165B524-4B8B-4EB5-BE53-0561C9526B89}" srcOrd="1" destOrd="0" presId="urn:microsoft.com/office/officeart/2005/8/layout/process4"/>
    <dgm:cxn modelId="{625439BF-460E-4FD2-8BB8-0F774C2E9505}" type="presParOf" srcId="{0A64D7D0-F318-49D5-8157-E98389B1C28E}" destId="{43FF209A-5C41-4B58-9961-5A3357852AB4}" srcOrd="2" destOrd="0" presId="urn:microsoft.com/office/officeart/2005/8/layout/process4"/>
    <dgm:cxn modelId="{0C0BA706-5478-4271-80A5-E97544CE6126}" type="presParOf" srcId="{43FF209A-5C41-4B58-9961-5A3357852AB4}" destId="{60B8BB67-63F6-4AA4-8B4A-344615E1EBA8}" srcOrd="0" destOrd="0" presId="urn:microsoft.com/office/officeart/2005/8/layout/process4"/>
    <dgm:cxn modelId="{73FB245F-E97D-4364-A811-AEB8EC0C01C3}" type="presParOf" srcId="{0A64D7D0-F318-49D5-8157-E98389B1C28E}" destId="{BAC5814C-14AF-41E5-9CDE-091C4E025DD0}" srcOrd="3" destOrd="0" presId="urn:microsoft.com/office/officeart/2005/8/layout/process4"/>
    <dgm:cxn modelId="{233F5802-EA03-4442-AB1E-E6F18B071C71}" type="presParOf" srcId="{0A64D7D0-F318-49D5-8157-E98389B1C28E}" destId="{B26BBBD4-ADA5-489B-B287-4786A0C54A9D}" srcOrd="4" destOrd="0" presId="urn:microsoft.com/office/officeart/2005/8/layout/process4"/>
    <dgm:cxn modelId="{2C73EEA6-9E66-4F67-BD01-C781F7D763ED}" type="presParOf" srcId="{B26BBBD4-ADA5-489B-B287-4786A0C54A9D}" destId="{A6C033E1-3E38-4EB4-8C8A-8019194923E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12258-D986-4879-A87E-8A942AC89300}">
      <dsp:nvSpPr>
        <dsp:cNvPr id="0" name=""/>
        <dsp:cNvSpPr/>
      </dsp:nvSpPr>
      <dsp:spPr>
        <a:xfrm>
          <a:off x="0" y="409918"/>
          <a:ext cx="10720367" cy="1034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solidFill>
                <a:srgbClr val="FF0000"/>
              </a:solidFill>
            </a:rPr>
            <a:t>Basic Structure of computers </a:t>
          </a:r>
          <a:r>
            <a:rPr lang="en-US" sz="2600" kern="1200" dirty="0">
              <a:solidFill>
                <a:srgbClr val="FF0000"/>
              </a:solidFill>
            </a:rPr>
            <a:t>:– </a:t>
          </a:r>
          <a:r>
            <a:rPr lang="en-US" sz="2600" kern="1200" dirty="0"/>
            <a:t>Functional units - Basic operational concepts; Memory map; Endianness. </a:t>
          </a:r>
        </a:p>
      </dsp:txBody>
      <dsp:txXfrm>
        <a:off x="50489" y="460407"/>
        <a:ext cx="10619389" cy="933302"/>
      </dsp:txXfrm>
    </dsp:sp>
    <dsp:sp modelId="{CC3774FF-335E-4CE8-B697-BD5CBD6C40C6}">
      <dsp:nvSpPr>
        <dsp:cNvPr id="0" name=""/>
        <dsp:cNvSpPr/>
      </dsp:nvSpPr>
      <dsp:spPr>
        <a:xfrm>
          <a:off x="0" y="1519078"/>
          <a:ext cx="10720367" cy="1034280"/>
        </a:xfrm>
        <a:prstGeom prst="roundRect">
          <a:avLst/>
        </a:prstGeom>
        <a:solidFill>
          <a:schemeClr val="accent2">
            <a:hueOff val="2357366"/>
            <a:satOff val="-8879"/>
            <a:lumOff val="7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solidFill>
                <a:srgbClr val="FF0000"/>
              </a:solidFill>
            </a:rPr>
            <a:t>CISC vs RISC architectures</a:t>
          </a:r>
          <a:r>
            <a:rPr lang="en-US" sz="2600" kern="1200" dirty="0"/>
            <a:t>:- RISC Introduction - Assembly Language, Assembler directives, Assembling. </a:t>
          </a:r>
        </a:p>
      </dsp:txBody>
      <dsp:txXfrm>
        <a:off x="50489" y="1569567"/>
        <a:ext cx="10619389" cy="933302"/>
      </dsp:txXfrm>
    </dsp:sp>
    <dsp:sp modelId="{5F5DCB58-80B5-4004-AF79-07D8CF6634B5}">
      <dsp:nvSpPr>
        <dsp:cNvPr id="0" name=""/>
        <dsp:cNvSpPr/>
      </dsp:nvSpPr>
      <dsp:spPr>
        <a:xfrm>
          <a:off x="0" y="2628238"/>
          <a:ext cx="10720367" cy="1034280"/>
        </a:xfrm>
        <a:prstGeom prst="roundRect">
          <a:avLst/>
        </a:prstGeom>
        <a:solidFill>
          <a:schemeClr val="accent2">
            <a:hueOff val="4714731"/>
            <a:satOff val="-17759"/>
            <a:lumOff val="1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solidFill>
                <a:srgbClr val="FF0000"/>
              </a:solidFill>
            </a:rPr>
            <a:t>Programming concepts </a:t>
          </a:r>
          <a:r>
            <a:rPr lang="en-US" sz="2600" kern="1200" dirty="0"/>
            <a:t>- Program flow, Branching, Conditional statements, Loops, Arrays, Function calls; Instruction execution cycle. </a:t>
          </a:r>
        </a:p>
      </dsp:txBody>
      <dsp:txXfrm>
        <a:off x="50489" y="2678727"/>
        <a:ext cx="10619389" cy="933302"/>
      </dsp:txXfrm>
    </dsp:sp>
    <dsp:sp modelId="{CD0447B4-A0AA-4764-805D-30A0B38FA587}">
      <dsp:nvSpPr>
        <dsp:cNvPr id="0" name=""/>
        <dsp:cNvSpPr/>
      </dsp:nvSpPr>
      <dsp:spPr>
        <a:xfrm>
          <a:off x="0" y="3737398"/>
          <a:ext cx="10720367" cy="1034280"/>
        </a:xfrm>
        <a:prstGeom prst="roundRec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solidFill>
                <a:srgbClr val="FF0000"/>
              </a:solidFill>
            </a:rPr>
            <a:t>Machine language </a:t>
          </a:r>
          <a:r>
            <a:rPr lang="en-US" sz="2600" kern="1200" dirty="0"/>
            <a:t>- Instructions, addressing modes, Stored program concept. Evolution of the RISC Architecture. </a:t>
          </a:r>
        </a:p>
      </dsp:txBody>
      <dsp:txXfrm>
        <a:off x="50489" y="3787887"/>
        <a:ext cx="10619389" cy="933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F0390-A980-41A4-8CFF-A844AABA2400}">
      <dsp:nvSpPr>
        <dsp:cNvPr id="0" name=""/>
        <dsp:cNvSpPr/>
      </dsp:nvSpPr>
      <dsp:spPr>
        <a:xfrm>
          <a:off x="-401896" y="10049"/>
          <a:ext cx="10847495" cy="14335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A9E7F5-838A-4921-A597-2D280547C022}">
      <dsp:nvSpPr>
        <dsp:cNvPr id="0" name=""/>
        <dsp:cNvSpPr/>
      </dsp:nvSpPr>
      <dsp:spPr>
        <a:xfrm>
          <a:off x="31744" y="332592"/>
          <a:ext cx="788439" cy="7884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4A27AD-B6EF-4240-B2BF-A698B3CA8B7E}">
      <dsp:nvSpPr>
        <dsp:cNvPr id="0" name=""/>
        <dsp:cNvSpPr/>
      </dsp:nvSpPr>
      <dsp:spPr>
        <a:xfrm>
          <a:off x="1253826" y="10049"/>
          <a:ext cx="9188532" cy="1433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715" tIns="151715" rIns="151715" bIns="151715" numCol="1" spcCol="1270" anchor="ctr" anchorCtr="0">
          <a:noAutofit/>
        </a:bodyPr>
        <a:lstStyle/>
        <a:p>
          <a:pPr marL="0" lvl="0" indent="0" algn="l" defTabSz="1066800">
            <a:lnSpc>
              <a:spcPct val="100000"/>
            </a:lnSpc>
            <a:spcBef>
              <a:spcPct val="0"/>
            </a:spcBef>
            <a:spcAft>
              <a:spcPct val="35000"/>
            </a:spcAft>
            <a:buNone/>
          </a:pPr>
          <a:r>
            <a:rPr lang="en-US" sz="2400" kern="1200"/>
            <a:t>Computer architecture refers to those </a:t>
          </a:r>
          <a:r>
            <a:rPr lang="en-US" sz="2400" b="1" kern="1200"/>
            <a:t>attributes of a system visible to a programmer </a:t>
          </a:r>
          <a:r>
            <a:rPr lang="en-US" sz="2400" kern="1200"/>
            <a:t>or, those attributes that have a direct impact on the logical execution of a program. </a:t>
          </a:r>
        </a:p>
      </dsp:txBody>
      <dsp:txXfrm>
        <a:off x="1253826" y="10049"/>
        <a:ext cx="9188532" cy="1433527"/>
      </dsp:txXfrm>
    </dsp:sp>
    <dsp:sp modelId="{BA08A7DC-A76D-49C5-BBCD-F71F0567F379}">
      <dsp:nvSpPr>
        <dsp:cNvPr id="0" name=""/>
        <dsp:cNvSpPr/>
      </dsp:nvSpPr>
      <dsp:spPr>
        <a:xfrm>
          <a:off x="-401896" y="1801958"/>
          <a:ext cx="10847495" cy="14335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FEF9CC-1B6C-443E-B0FB-031240A8A2C5}">
      <dsp:nvSpPr>
        <dsp:cNvPr id="0" name=""/>
        <dsp:cNvSpPr/>
      </dsp:nvSpPr>
      <dsp:spPr>
        <a:xfrm>
          <a:off x="31744" y="2124501"/>
          <a:ext cx="788439" cy="7884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A30D69-2533-48B8-87EC-E06FA8618C7C}">
      <dsp:nvSpPr>
        <dsp:cNvPr id="0" name=""/>
        <dsp:cNvSpPr/>
      </dsp:nvSpPr>
      <dsp:spPr>
        <a:xfrm>
          <a:off x="1253826" y="1801958"/>
          <a:ext cx="9188532" cy="1433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715" tIns="151715" rIns="151715" bIns="151715" numCol="1" spcCol="1270" anchor="ctr" anchorCtr="0">
          <a:noAutofit/>
        </a:bodyPr>
        <a:lstStyle/>
        <a:p>
          <a:pPr marL="0" lvl="0" indent="0" algn="l" defTabSz="1066800">
            <a:lnSpc>
              <a:spcPct val="100000"/>
            </a:lnSpc>
            <a:spcBef>
              <a:spcPct val="0"/>
            </a:spcBef>
            <a:spcAft>
              <a:spcPct val="35000"/>
            </a:spcAft>
            <a:buNone/>
          </a:pPr>
          <a:r>
            <a:rPr lang="en-US" sz="2400" kern="1200" dirty="0"/>
            <a:t>computer architecture = instruction set architecture (ISA) . </a:t>
          </a:r>
        </a:p>
      </dsp:txBody>
      <dsp:txXfrm>
        <a:off x="1253826" y="1801958"/>
        <a:ext cx="9188532" cy="1433527"/>
      </dsp:txXfrm>
    </dsp:sp>
    <dsp:sp modelId="{CE4E4136-F9CD-4875-8358-CDDB3B9EB7A7}">
      <dsp:nvSpPr>
        <dsp:cNvPr id="0" name=""/>
        <dsp:cNvSpPr/>
      </dsp:nvSpPr>
      <dsp:spPr>
        <a:xfrm>
          <a:off x="-401896" y="3593867"/>
          <a:ext cx="10847495" cy="18187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32EDC4-8F57-4337-A5A5-1001D8E6AD8B}">
      <dsp:nvSpPr>
        <dsp:cNvPr id="0" name=""/>
        <dsp:cNvSpPr/>
      </dsp:nvSpPr>
      <dsp:spPr>
        <a:xfrm>
          <a:off x="31744" y="4108997"/>
          <a:ext cx="788439" cy="7884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B3D498-B0BA-4310-B5A8-18C3F535CF4C}">
      <dsp:nvSpPr>
        <dsp:cNvPr id="0" name=""/>
        <dsp:cNvSpPr/>
      </dsp:nvSpPr>
      <dsp:spPr>
        <a:xfrm>
          <a:off x="1253826" y="3786454"/>
          <a:ext cx="4881372" cy="1433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715" tIns="151715" rIns="151715" bIns="151715" numCol="1" spcCol="1270" anchor="ctr" anchorCtr="0">
          <a:noAutofit/>
        </a:bodyPr>
        <a:lstStyle/>
        <a:p>
          <a:pPr marL="0" lvl="0" indent="0" algn="l" defTabSz="1066800">
            <a:lnSpc>
              <a:spcPct val="100000"/>
            </a:lnSpc>
            <a:spcBef>
              <a:spcPct val="0"/>
            </a:spcBef>
            <a:spcAft>
              <a:spcPct val="35000"/>
            </a:spcAft>
            <a:buNone/>
          </a:pPr>
          <a:r>
            <a:rPr lang="en-US" sz="2400" kern="1200"/>
            <a:t>The ISA defines</a:t>
          </a:r>
        </a:p>
      </dsp:txBody>
      <dsp:txXfrm>
        <a:off x="1253826" y="3786454"/>
        <a:ext cx="4881372" cy="1433527"/>
      </dsp:txXfrm>
    </dsp:sp>
    <dsp:sp modelId="{A521ECE4-1E0A-46C9-8A04-2A598681DC67}">
      <dsp:nvSpPr>
        <dsp:cNvPr id="0" name=""/>
        <dsp:cNvSpPr/>
      </dsp:nvSpPr>
      <dsp:spPr>
        <a:xfrm>
          <a:off x="4306078" y="3813863"/>
          <a:ext cx="5921224" cy="1433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715" tIns="151715" rIns="151715" bIns="151715" numCol="1" spcCol="1270" anchor="ctr" anchorCtr="0">
          <a:noAutofit/>
        </a:bodyPr>
        <a:lstStyle/>
        <a:p>
          <a:pPr marL="0" lvl="0" indent="0" algn="l" defTabSz="800100">
            <a:lnSpc>
              <a:spcPct val="100000"/>
            </a:lnSpc>
            <a:spcBef>
              <a:spcPct val="0"/>
            </a:spcBef>
            <a:spcAft>
              <a:spcPct val="35000"/>
            </a:spcAft>
            <a:buNone/>
          </a:pPr>
          <a:r>
            <a:rPr lang="en-US" sz="1800" b="1" kern="1200" dirty="0"/>
            <a:t>Instruction formats, instruction opcodes, registers, instruction and data memory</a:t>
          </a:r>
          <a:r>
            <a:rPr lang="en-US" sz="1800" kern="1200" dirty="0"/>
            <a:t> </a:t>
          </a:r>
        </a:p>
        <a:p>
          <a:pPr marL="0" lvl="0" indent="0" algn="l" defTabSz="800100">
            <a:lnSpc>
              <a:spcPct val="100000"/>
            </a:lnSpc>
            <a:spcBef>
              <a:spcPct val="0"/>
            </a:spcBef>
            <a:spcAft>
              <a:spcPct val="35000"/>
            </a:spcAft>
            <a:buNone/>
          </a:pPr>
          <a:r>
            <a:rPr lang="en-US" sz="1800" b="1" kern="1200" dirty="0"/>
            <a:t>The effect of executed instructions on the registers and memory and </a:t>
          </a:r>
          <a:endParaRPr lang="en-US" sz="1800" kern="1200" dirty="0"/>
        </a:p>
        <a:p>
          <a:pPr marL="0" lvl="0" indent="0" algn="l" defTabSz="800100">
            <a:lnSpc>
              <a:spcPct val="100000"/>
            </a:lnSpc>
            <a:spcBef>
              <a:spcPct val="0"/>
            </a:spcBef>
            <a:spcAft>
              <a:spcPct val="35000"/>
            </a:spcAft>
            <a:buNone/>
          </a:pPr>
          <a:r>
            <a:rPr lang="en-US" sz="1800" b="1" kern="1200" dirty="0"/>
            <a:t>An algorithm for controlling instruction execution.</a:t>
          </a:r>
          <a:endParaRPr lang="en-US" sz="1800" kern="1200" dirty="0"/>
        </a:p>
      </dsp:txBody>
      <dsp:txXfrm>
        <a:off x="4306078" y="3813863"/>
        <a:ext cx="5921224" cy="14335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257988-1EC4-48AC-B637-03221E4BDA9F}">
      <dsp:nvSpPr>
        <dsp:cNvPr id="0" name=""/>
        <dsp:cNvSpPr/>
      </dsp:nvSpPr>
      <dsp:spPr>
        <a:xfrm>
          <a:off x="0" y="291690"/>
          <a:ext cx="11092542" cy="1401001"/>
        </a:xfrm>
        <a:prstGeom prst="roundRect">
          <a:avLst/>
        </a:prstGeom>
        <a:solidFill>
          <a:schemeClr val="accent2">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solidFill>
                <a:schemeClr val="tx1"/>
              </a:solidFill>
            </a:rPr>
            <a:t>Computer organization </a:t>
          </a:r>
          <a:r>
            <a:rPr lang="en-US" sz="2300" kern="1200">
              <a:solidFill>
                <a:schemeClr val="tx1"/>
              </a:solidFill>
            </a:rPr>
            <a:t>refers to the operational units and their interconnections that realize the architectural specifications. </a:t>
          </a:r>
        </a:p>
      </dsp:txBody>
      <dsp:txXfrm>
        <a:off x="68391" y="360081"/>
        <a:ext cx="10955760" cy="1264219"/>
      </dsp:txXfrm>
    </dsp:sp>
    <dsp:sp modelId="{63F4CA8B-B86B-4F93-BCD4-5C8F1DF639F9}">
      <dsp:nvSpPr>
        <dsp:cNvPr id="0" name=""/>
        <dsp:cNvSpPr/>
      </dsp:nvSpPr>
      <dsp:spPr>
        <a:xfrm>
          <a:off x="0" y="1800892"/>
          <a:ext cx="11092542" cy="1957886"/>
        </a:xfrm>
        <a:prstGeom prst="roundRect">
          <a:avLst/>
        </a:prstGeom>
        <a:solidFill>
          <a:schemeClr val="accent2">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1"/>
              </a:solidFill>
            </a:rPr>
            <a:t>Examples of </a:t>
          </a:r>
          <a:r>
            <a:rPr lang="en-US" sz="2300" b="1" kern="1200" dirty="0">
              <a:solidFill>
                <a:schemeClr val="tx1"/>
              </a:solidFill>
            </a:rPr>
            <a:t>architectural attributes </a:t>
          </a:r>
          <a:r>
            <a:rPr lang="en-US" sz="2300" kern="1200" dirty="0">
              <a:solidFill>
                <a:schemeClr val="tx1"/>
              </a:solidFill>
            </a:rPr>
            <a:t>include the </a:t>
          </a:r>
        </a:p>
        <a:p>
          <a:pPr marL="0" lvl="0" indent="0" algn="l" defTabSz="1022350">
            <a:lnSpc>
              <a:spcPct val="90000"/>
            </a:lnSpc>
            <a:spcBef>
              <a:spcPct val="0"/>
            </a:spcBef>
            <a:spcAft>
              <a:spcPct val="35000"/>
            </a:spcAft>
            <a:buNone/>
          </a:pPr>
          <a:r>
            <a:rPr lang="en-US" sz="2300" b="1" kern="1200" dirty="0">
              <a:solidFill>
                <a:srgbClr val="FF0000"/>
              </a:solidFill>
            </a:rPr>
            <a:t>instruction set, the number of bits used to represent various data types (e.g., numbers, characters), I/O mechanisms, and techniques for addressing memory.</a:t>
          </a:r>
          <a:r>
            <a:rPr lang="en-US" sz="2300" kern="1200" dirty="0">
              <a:solidFill>
                <a:srgbClr val="FF0000"/>
              </a:solidFill>
            </a:rPr>
            <a:t> </a:t>
          </a:r>
        </a:p>
      </dsp:txBody>
      <dsp:txXfrm>
        <a:off x="95576" y="1896468"/>
        <a:ext cx="10901390" cy="1766734"/>
      </dsp:txXfrm>
    </dsp:sp>
    <dsp:sp modelId="{D3328ACC-23DD-4244-B669-9C7237B94BC8}">
      <dsp:nvSpPr>
        <dsp:cNvPr id="0" name=""/>
        <dsp:cNvSpPr/>
      </dsp:nvSpPr>
      <dsp:spPr>
        <a:xfrm>
          <a:off x="0" y="3898810"/>
          <a:ext cx="11092542" cy="1401001"/>
        </a:xfrm>
        <a:prstGeom prst="roundRect">
          <a:avLst/>
        </a:prstGeom>
        <a:solidFill>
          <a:schemeClr val="accent2">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1"/>
              </a:solidFill>
            </a:rPr>
            <a:t>Organizational attributes include those </a:t>
          </a:r>
        </a:p>
        <a:p>
          <a:pPr marL="0" lvl="0" indent="0" algn="l" defTabSz="1022350">
            <a:lnSpc>
              <a:spcPct val="90000"/>
            </a:lnSpc>
            <a:spcBef>
              <a:spcPct val="0"/>
            </a:spcBef>
            <a:spcAft>
              <a:spcPct val="35000"/>
            </a:spcAft>
            <a:buNone/>
          </a:pPr>
          <a:r>
            <a:rPr lang="en-US" sz="2300" b="1" kern="1200" dirty="0">
              <a:solidFill>
                <a:srgbClr val="FF0000"/>
              </a:solidFill>
            </a:rPr>
            <a:t>hardware details transparent to the programmer, such as control signals; interfaces between the computer and peripherals; and the memory technology used</a:t>
          </a:r>
          <a:r>
            <a:rPr lang="en-US" sz="2300" kern="1200" dirty="0">
              <a:solidFill>
                <a:srgbClr val="FF0000"/>
              </a:solidFill>
            </a:rPr>
            <a:t>.</a:t>
          </a:r>
        </a:p>
      </dsp:txBody>
      <dsp:txXfrm>
        <a:off x="68391" y="3967201"/>
        <a:ext cx="10955760" cy="12642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68145-7A7F-4F5F-B31C-A398422E557E}">
      <dsp:nvSpPr>
        <dsp:cNvPr id="0" name=""/>
        <dsp:cNvSpPr/>
      </dsp:nvSpPr>
      <dsp:spPr>
        <a:xfrm>
          <a:off x="0" y="0"/>
          <a:ext cx="9101264" cy="1070714"/>
        </a:xfrm>
        <a:prstGeom prst="roundRect">
          <a:avLst>
            <a:gd name="adj" fmla="val 10000"/>
          </a:avLst>
        </a:prstGeom>
        <a:solidFill>
          <a:srgbClr val="AA50B4"/>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solidFill>
                <a:srgbClr val="FFFF00"/>
              </a:solidFill>
            </a:rPr>
            <a:t>Control Unit activates</a:t>
          </a:r>
          <a:r>
            <a:rPr lang="en-US" sz="2500" b="1" kern="1200" dirty="0"/>
            <a:t>:</a:t>
          </a:r>
          <a:r>
            <a:rPr lang="en-US" sz="2500" kern="1200" dirty="0"/>
            <a:t> It decodes the ADD instruction and sends out a series of control signals.</a:t>
          </a:r>
        </a:p>
      </dsp:txBody>
      <dsp:txXfrm>
        <a:off x="31360" y="31360"/>
        <a:ext cx="7820606" cy="1007994"/>
      </dsp:txXfrm>
    </dsp:sp>
    <dsp:sp modelId="{96B9B090-415E-44F9-84D6-B43E7D158619}">
      <dsp:nvSpPr>
        <dsp:cNvPr id="0" name=""/>
        <dsp:cNvSpPr/>
      </dsp:nvSpPr>
      <dsp:spPr>
        <a:xfrm>
          <a:off x="679639" y="1219424"/>
          <a:ext cx="9101264" cy="1070714"/>
        </a:xfrm>
        <a:prstGeom prst="roundRect">
          <a:avLst>
            <a:gd name="adj" fmla="val 10000"/>
          </a:avLst>
        </a:prstGeom>
        <a:solidFill>
          <a:srgbClr val="AA50B4"/>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solidFill>
                <a:srgbClr val="FFFF00"/>
              </a:solidFill>
            </a:rPr>
            <a:t>Read Operands</a:t>
          </a:r>
          <a:r>
            <a:rPr lang="en-US" sz="2500" b="1" kern="1200" dirty="0"/>
            <a:t>:</a:t>
          </a:r>
          <a:r>
            <a:rPr lang="en-US" sz="2500" kern="1200" dirty="0"/>
            <a:t> Signals tell registers R2 and R3 to place their values onto the inputs of the ALU.</a:t>
          </a:r>
        </a:p>
      </dsp:txBody>
      <dsp:txXfrm>
        <a:off x="710999" y="1250784"/>
        <a:ext cx="7662940" cy="1007994"/>
      </dsp:txXfrm>
    </dsp:sp>
    <dsp:sp modelId="{3A394633-4817-4D64-8496-58F45933B1FD}">
      <dsp:nvSpPr>
        <dsp:cNvPr id="0" name=""/>
        <dsp:cNvSpPr/>
      </dsp:nvSpPr>
      <dsp:spPr>
        <a:xfrm>
          <a:off x="1359279" y="2438849"/>
          <a:ext cx="9101264" cy="1070714"/>
        </a:xfrm>
        <a:prstGeom prst="roundRect">
          <a:avLst>
            <a:gd name="adj" fmla="val 10000"/>
          </a:avLst>
        </a:prstGeom>
        <a:solidFill>
          <a:srgbClr val="AA50B4"/>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solidFill>
                <a:srgbClr val="FFFF00"/>
              </a:solidFill>
            </a:rPr>
            <a:t>Perform Operation</a:t>
          </a:r>
          <a:r>
            <a:rPr lang="en-US" sz="2500" b="1" kern="1200" dirty="0"/>
            <a:t>:</a:t>
          </a:r>
          <a:r>
            <a:rPr lang="en-US" sz="2500" kern="1200" dirty="0"/>
            <a:t> A signal tells the ALU to perform the ADD operation.</a:t>
          </a:r>
        </a:p>
      </dsp:txBody>
      <dsp:txXfrm>
        <a:off x="1390639" y="2470209"/>
        <a:ext cx="7662940" cy="1007994"/>
      </dsp:txXfrm>
    </dsp:sp>
    <dsp:sp modelId="{D29B7B8C-CD6C-4521-AFB1-99EB0140FEF5}">
      <dsp:nvSpPr>
        <dsp:cNvPr id="0" name=""/>
        <dsp:cNvSpPr/>
      </dsp:nvSpPr>
      <dsp:spPr>
        <a:xfrm>
          <a:off x="2038919" y="3658273"/>
          <a:ext cx="9101264" cy="1070714"/>
        </a:xfrm>
        <a:prstGeom prst="roundRect">
          <a:avLst>
            <a:gd name="adj" fmla="val 10000"/>
          </a:avLst>
        </a:prstGeom>
        <a:solidFill>
          <a:srgbClr val="AA50B4"/>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solidFill>
                <a:srgbClr val="FFFF00"/>
              </a:solidFill>
            </a:rPr>
            <a:t>Route Result</a:t>
          </a:r>
          <a:r>
            <a:rPr lang="en-US" sz="2500" b="1" kern="1200" dirty="0"/>
            <a:t>:</a:t>
          </a:r>
          <a:r>
            <a:rPr lang="en-US" sz="2500" kern="1200" dirty="0"/>
            <a:t> A signal tells the Multiplexer to select the ALU's result and place it on the internal bus.</a:t>
          </a:r>
        </a:p>
      </dsp:txBody>
      <dsp:txXfrm>
        <a:off x="2070279" y="3689633"/>
        <a:ext cx="7662940" cy="1007994"/>
      </dsp:txXfrm>
    </dsp:sp>
    <dsp:sp modelId="{D49BF8A1-7815-45DA-ADBF-4161C8912BBE}">
      <dsp:nvSpPr>
        <dsp:cNvPr id="0" name=""/>
        <dsp:cNvSpPr/>
      </dsp:nvSpPr>
      <dsp:spPr>
        <a:xfrm>
          <a:off x="2718559" y="4877698"/>
          <a:ext cx="9101264" cy="1070714"/>
        </a:xfrm>
        <a:prstGeom prst="roundRect">
          <a:avLst>
            <a:gd name="adj" fmla="val 10000"/>
          </a:avLst>
        </a:prstGeom>
        <a:solidFill>
          <a:srgbClr val="AA50B4"/>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solidFill>
                <a:srgbClr val="FFFF00"/>
              </a:solidFill>
            </a:rPr>
            <a:t>Write Back:</a:t>
          </a:r>
          <a:r>
            <a:rPr lang="en-US" sz="2500" kern="1200" dirty="0">
              <a:solidFill>
                <a:srgbClr val="FFFF00"/>
              </a:solidFill>
            </a:rPr>
            <a:t> </a:t>
          </a:r>
          <a:r>
            <a:rPr lang="en-US" sz="2500" kern="1200" dirty="0"/>
            <a:t>A signal tells register R1 to latch the value from the bus and store it.</a:t>
          </a:r>
        </a:p>
      </dsp:txBody>
      <dsp:txXfrm>
        <a:off x="2749919" y="4909058"/>
        <a:ext cx="7662940" cy="1007994"/>
      </dsp:txXfrm>
    </dsp:sp>
    <dsp:sp modelId="{BE40BDBD-9545-4A5F-9A83-88738512DCBC}">
      <dsp:nvSpPr>
        <dsp:cNvPr id="0" name=""/>
        <dsp:cNvSpPr/>
      </dsp:nvSpPr>
      <dsp:spPr>
        <a:xfrm>
          <a:off x="8405300" y="782216"/>
          <a:ext cx="695964" cy="6959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8561892" y="782216"/>
        <a:ext cx="382780" cy="523713"/>
      </dsp:txXfrm>
    </dsp:sp>
    <dsp:sp modelId="{7AAF6474-C8CB-4305-933C-19D7F91F50B5}">
      <dsp:nvSpPr>
        <dsp:cNvPr id="0" name=""/>
        <dsp:cNvSpPr/>
      </dsp:nvSpPr>
      <dsp:spPr>
        <a:xfrm>
          <a:off x="9084940" y="2001640"/>
          <a:ext cx="695964" cy="6959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9241532" y="2001640"/>
        <a:ext cx="382780" cy="523713"/>
      </dsp:txXfrm>
    </dsp:sp>
    <dsp:sp modelId="{B535B1BF-D178-4B98-86D8-6275EA8BE286}">
      <dsp:nvSpPr>
        <dsp:cNvPr id="0" name=""/>
        <dsp:cNvSpPr/>
      </dsp:nvSpPr>
      <dsp:spPr>
        <a:xfrm>
          <a:off x="9764579" y="3203220"/>
          <a:ext cx="695964" cy="6959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9921171" y="3203220"/>
        <a:ext cx="382780" cy="523713"/>
      </dsp:txXfrm>
    </dsp:sp>
    <dsp:sp modelId="{1CFAEE40-DC22-41A2-AF0F-FBE82A1D9EDD}">
      <dsp:nvSpPr>
        <dsp:cNvPr id="0" name=""/>
        <dsp:cNvSpPr/>
      </dsp:nvSpPr>
      <dsp:spPr>
        <a:xfrm>
          <a:off x="10444219" y="4434541"/>
          <a:ext cx="695964" cy="6959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bg2">
              <a:lumMod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10600811" y="4434541"/>
        <a:ext cx="382780" cy="5237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4DD6C-E8BC-4296-B46E-5853A3F0E57F}">
      <dsp:nvSpPr>
        <dsp:cNvPr id="0" name=""/>
        <dsp:cNvSpPr/>
      </dsp:nvSpPr>
      <dsp:spPr>
        <a:xfrm>
          <a:off x="0" y="637"/>
          <a:ext cx="1095369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6F8AE2-E2EC-43B8-93BB-287944095E37}">
      <dsp:nvSpPr>
        <dsp:cNvPr id="0" name=""/>
        <dsp:cNvSpPr/>
      </dsp:nvSpPr>
      <dsp:spPr>
        <a:xfrm>
          <a:off x="0" y="637"/>
          <a:ext cx="10953691" cy="7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A computer is a complex system; contemporary computers contain millions of elementary electronic components.</a:t>
          </a:r>
          <a:endParaRPr lang="en-US" sz="2100" kern="1200"/>
        </a:p>
      </dsp:txBody>
      <dsp:txXfrm>
        <a:off x="0" y="637"/>
        <a:ext cx="10953691" cy="746412"/>
      </dsp:txXfrm>
    </dsp:sp>
    <dsp:sp modelId="{B5E29175-AE14-4938-85DA-8C35CE1F4A5D}">
      <dsp:nvSpPr>
        <dsp:cNvPr id="0" name=""/>
        <dsp:cNvSpPr/>
      </dsp:nvSpPr>
      <dsp:spPr>
        <a:xfrm>
          <a:off x="0" y="747050"/>
          <a:ext cx="10953691" cy="0"/>
        </a:xfrm>
        <a:prstGeom prst="line">
          <a:avLst/>
        </a:prstGeom>
        <a:solidFill>
          <a:schemeClr val="accent2">
            <a:hueOff val="1178683"/>
            <a:satOff val="-4440"/>
            <a:lumOff val="3726"/>
            <a:alphaOff val="0"/>
          </a:schemeClr>
        </a:solidFill>
        <a:ln w="12700" cap="flat" cmpd="sng" algn="ctr">
          <a:solidFill>
            <a:schemeClr val="accent2">
              <a:hueOff val="1178683"/>
              <a:satOff val="-4440"/>
              <a:lumOff val="3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972ED0-B816-46BD-9443-EF0E28959357}">
      <dsp:nvSpPr>
        <dsp:cNvPr id="0" name=""/>
        <dsp:cNvSpPr/>
      </dsp:nvSpPr>
      <dsp:spPr>
        <a:xfrm>
          <a:off x="0" y="747050"/>
          <a:ext cx="10953691" cy="7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A hierarchical system is a set of interrelated subsystems; each subsystem may, in turn, contain lower-level subsystems, until we reach some lowest level of elementary subsystem.</a:t>
          </a:r>
          <a:endParaRPr lang="en-US" sz="2100" kern="1200"/>
        </a:p>
      </dsp:txBody>
      <dsp:txXfrm>
        <a:off x="0" y="747050"/>
        <a:ext cx="10953691" cy="746412"/>
      </dsp:txXfrm>
    </dsp:sp>
    <dsp:sp modelId="{075B1700-2A1A-46B4-942E-5BD563F98F44}">
      <dsp:nvSpPr>
        <dsp:cNvPr id="0" name=""/>
        <dsp:cNvSpPr/>
      </dsp:nvSpPr>
      <dsp:spPr>
        <a:xfrm>
          <a:off x="0" y="1493462"/>
          <a:ext cx="10953691" cy="0"/>
        </a:xfrm>
        <a:prstGeom prst="line">
          <a:avLst/>
        </a:prstGeom>
        <a:solidFill>
          <a:schemeClr val="accent2">
            <a:hueOff val="2357366"/>
            <a:satOff val="-8879"/>
            <a:lumOff val="7451"/>
            <a:alphaOff val="0"/>
          </a:schemeClr>
        </a:solidFill>
        <a:ln w="12700" cap="flat" cmpd="sng" algn="ctr">
          <a:solidFill>
            <a:schemeClr val="accent2">
              <a:hueOff val="2357366"/>
              <a:satOff val="-8879"/>
              <a:lumOff val="7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AD2AA2-1C93-4F56-8731-C3A694825008}">
      <dsp:nvSpPr>
        <dsp:cNvPr id="0" name=""/>
        <dsp:cNvSpPr/>
      </dsp:nvSpPr>
      <dsp:spPr>
        <a:xfrm>
          <a:off x="0" y="1493462"/>
          <a:ext cx="10953691" cy="7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At each level, the system consists of a set of components and their interrelationships. </a:t>
          </a:r>
          <a:endParaRPr lang="en-US" sz="2100" kern="1200"/>
        </a:p>
      </dsp:txBody>
      <dsp:txXfrm>
        <a:off x="0" y="1493462"/>
        <a:ext cx="10953691" cy="746412"/>
      </dsp:txXfrm>
    </dsp:sp>
    <dsp:sp modelId="{AD2D283F-07E9-472E-9A1D-0B3DAF62F9E7}">
      <dsp:nvSpPr>
        <dsp:cNvPr id="0" name=""/>
        <dsp:cNvSpPr/>
      </dsp:nvSpPr>
      <dsp:spPr>
        <a:xfrm>
          <a:off x="0" y="2239875"/>
          <a:ext cx="10953691" cy="0"/>
        </a:xfrm>
        <a:prstGeom prst="line">
          <a:avLst/>
        </a:prstGeom>
        <a:solidFill>
          <a:schemeClr val="accent2">
            <a:hueOff val="3536049"/>
            <a:satOff val="-13319"/>
            <a:lumOff val="11176"/>
            <a:alphaOff val="0"/>
          </a:schemeClr>
        </a:solidFill>
        <a:ln w="12700" cap="flat" cmpd="sng" algn="ctr">
          <a:solidFill>
            <a:schemeClr val="accent2">
              <a:hueOff val="3536049"/>
              <a:satOff val="-13319"/>
              <a:lumOff val="11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B6379C-6801-457A-AA7D-90F88736B7A5}">
      <dsp:nvSpPr>
        <dsp:cNvPr id="0" name=""/>
        <dsp:cNvSpPr/>
      </dsp:nvSpPr>
      <dsp:spPr>
        <a:xfrm>
          <a:off x="0" y="2239875"/>
          <a:ext cx="10953691" cy="7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dirty="0"/>
            <a:t>The behavior at each level depends only on a simplified, abstracted characterization of the system at the next lower level. </a:t>
          </a:r>
          <a:endParaRPr lang="en-US" sz="2100" kern="1200" dirty="0"/>
        </a:p>
      </dsp:txBody>
      <dsp:txXfrm>
        <a:off x="0" y="2239875"/>
        <a:ext cx="10953691" cy="746412"/>
      </dsp:txXfrm>
    </dsp:sp>
    <dsp:sp modelId="{10E1970C-DE6B-4AFE-A82A-E533CF1E7EB1}">
      <dsp:nvSpPr>
        <dsp:cNvPr id="0" name=""/>
        <dsp:cNvSpPr/>
      </dsp:nvSpPr>
      <dsp:spPr>
        <a:xfrm>
          <a:off x="0" y="2986287"/>
          <a:ext cx="10953691" cy="0"/>
        </a:xfrm>
        <a:prstGeom prst="line">
          <a:avLst/>
        </a:prstGeom>
        <a:solidFill>
          <a:schemeClr val="accent2">
            <a:hueOff val="4714731"/>
            <a:satOff val="-17759"/>
            <a:lumOff val="14902"/>
            <a:alphaOff val="0"/>
          </a:schemeClr>
        </a:solidFill>
        <a:ln w="12700" cap="flat" cmpd="sng" algn="ctr">
          <a:solidFill>
            <a:schemeClr val="accent2">
              <a:hueOff val="4714731"/>
              <a:satOff val="-17759"/>
              <a:lumOff val="1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C48598-EAAB-4FF3-9F9C-174C4996C36A}">
      <dsp:nvSpPr>
        <dsp:cNvPr id="0" name=""/>
        <dsp:cNvSpPr/>
      </dsp:nvSpPr>
      <dsp:spPr>
        <a:xfrm>
          <a:off x="0" y="2986287"/>
          <a:ext cx="10953691" cy="7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At each level, the designer is concerned with structure and function: </a:t>
          </a:r>
          <a:endParaRPr lang="en-US" sz="2100" kern="1200"/>
        </a:p>
      </dsp:txBody>
      <dsp:txXfrm>
        <a:off x="0" y="2986287"/>
        <a:ext cx="10953691" cy="746412"/>
      </dsp:txXfrm>
    </dsp:sp>
    <dsp:sp modelId="{F6BCDD03-B2CD-4883-8894-ECF59322FE97}">
      <dsp:nvSpPr>
        <dsp:cNvPr id="0" name=""/>
        <dsp:cNvSpPr/>
      </dsp:nvSpPr>
      <dsp:spPr>
        <a:xfrm>
          <a:off x="0" y="3732700"/>
          <a:ext cx="10953691" cy="0"/>
        </a:xfrm>
        <a:prstGeom prst="line">
          <a:avLst/>
        </a:prstGeom>
        <a:solidFill>
          <a:schemeClr val="accent2">
            <a:hueOff val="5893414"/>
            <a:satOff val="-22198"/>
            <a:lumOff val="18627"/>
            <a:alphaOff val="0"/>
          </a:schemeClr>
        </a:solidFill>
        <a:ln w="12700" cap="flat" cmpd="sng" algn="ctr">
          <a:solidFill>
            <a:schemeClr val="accent2">
              <a:hueOff val="5893414"/>
              <a:satOff val="-22198"/>
              <a:lumOff val="186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C2CB29-492A-4EDC-9951-D5B71067F220}">
      <dsp:nvSpPr>
        <dsp:cNvPr id="0" name=""/>
        <dsp:cNvSpPr/>
      </dsp:nvSpPr>
      <dsp:spPr>
        <a:xfrm>
          <a:off x="0" y="3732700"/>
          <a:ext cx="10953691" cy="746412"/>
        </a:xfrm>
        <a:prstGeom prst="rect">
          <a:avLst/>
        </a:prstGeom>
        <a:solidFill>
          <a:schemeClr val="accent3">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dirty="0">
              <a:highlight>
                <a:srgbClr val="FFFF00"/>
              </a:highlight>
            </a:rPr>
            <a:t>Structure:</a:t>
          </a:r>
          <a:r>
            <a:rPr lang="en-US" sz="2100" b="1" kern="1200" dirty="0"/>
            <a:t> The way in which the components are interrelated. </a:t>
          </a:r>
          <a:endParaRPr lang="en-US" sz="2100" kern="1200" dirty="0"/>
        </a:p>
      </dsp:txBody>
      <dsp:txXfrm>
        <a:off x="0" y="3732700"/>
        <a:ext cx="10953691" cy="746412"/>
      </dsp:txXfrm>
    </dsp:sp>
    <dsp:sp modelId="{487C324C-566B-44E0-BB17-B84CD572B0E2}">
      <dsp:nvSpPr>
        <dsp:cNvPr id="0" name=""/>
        <dsp:cNvSpPr/>
      </dsp:nvSpPr>
      <dsp:spPr>
        <a:xfrm>
          <a:off x="0" y="4479112"/>
          <a:ext cx="10953691" cy="0"/>
        </a:xfrm>
        <a:prstGeom prst="line">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A631DE-87CF-4422-A953-E06C8E805A78}">
      <dsp:nvSpPr>
        <dsp:cNvPr id="0" name=""/>
        <dsp:cNvSpPr/>
      </dsp:nvSpPr>
      <dsp:spPr>
        <a:xfrm>
          <a:off x="0" y="4479112"/>
          <a:ext cx="10953691" cy="746412"/>
        </a:xfrm>
        <a:prstGeom prst="rect">
          <a:avLst/>
        </a:prstGeom>
        <a:solidFill>
          <a:schemeClr val="accent4">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dirty="0">
              <a:highlight>
                <a:srgbClr val="FFFF00"/>
              </a:highlight>
            </a:rPr>
            <a:t>Function:</a:t>
          </a:r>
          <a:r>
            <a:rPr lang="en-US" sz="2100" b="1" kern="1200" dirty="0"/>
            <a:t> The operation of each individual component as part of the structure.</a:t>
          </a:r>
          <a:endParaRPr lang="en-US" sz="2100" kern="1200" dirty="0"/>
        </a:p>
      </dsp:txBody>
      <dsp:txXfrm>
        <a:off x="0" y="4479112"/>
        <a:ext cx="10953691" cy="7464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2A5A7-97DB-41AA-9DFE-FB1A929E6784}">
      <dsp:nvSpPr>
        <dsp:cNvPr id="0" name=""/>
        <dsp:cNvSpPr/>
      </dsp:nvSpPr>
      <dsp:spPr>
        <a:xfrm>
          <a:off x="0" y="92862"/>
          <a:ext cx="10464175" cy="6236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Two Types of Computer Information</a:t>
          </a:r>
          <a:endParaRPr lang="en-US" sz="2600" kern="1200"/>
        </a:p>
      </dsp:txBody>
      <dsp:txXfrm>
        <a:off x="30442" y="123304"/>
        <a:ext cx="10403291" cy="562726"/>
      </dsp:txXfrm>
    </dsp:sp>
    <dsp:sp modelId="{BE24C258-B963-47F8-92AA-C85752C99FED}">
      <dsp:nvSpPr>
        <dsp:cNvPr id="0" name=""/>
        <dsp:cNvSpPr/>
      </dsp:nvSpPr>
      <dsp:spPr>
        <a:xfrm>
          <a:off x="0" y="791352"/>
          <a:ext cx="10464175" cy="623610"/>
        </a:xfrm>
        <a:prstGeom prst="roundRect">
          <a:avLst/>
        </a:prstGeom>
        <a:solidFill>
          <a:schemeClr val="accent2">
            <a:hueOff val="3536049"/>
            <a:satOff val="-13319"/>
            <a:lumOff val="11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Instructions (Programs)</a:t>
          </a:r>
          <a:endParaRPr lang="en-US" sz="2600" kern="1200"/>
        </a:p>
      </dsp:txBody>
      <dsp:txXfrm>
        <a:off x="30442" y="821794"/>
        <a:ext cx="10403291" cy="562726"/>
      </dsp:txXfrm>
    </dsp:sp>
    <dsp:sp modelId="{F6A5DAB0-78C5-4F8C-9094-4AC91436967C}">
      <dsp:nvSpPr>
        <dsp:cNvPr id="0" name=""/>
        <dsp:cNvSpPr/>
      </dsp:nvSpPr>
      <dsp:spPr>
        <a:xfrm>
          <a:off x="0" y="1414962"/>
          <a:ext cx="10464175" cy="236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223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Explicit commands that </a:t>
          </a:r>
          <a:r>
            <a:rPr lang="en-US" sz="2000" b="1" kern="1200"/>
            <a:t>control</a:t>
          </a:r>
          <a:r>
            <a:rPr lang="en-US" sz="2000" kern="1200"/>
            <a:t> computer operations</a:t>
          </a:r>
        </a:p>
        <a:p>
          <a:pPr marL="228600" lvl="1" indent="-228600" algn="l" defTabSz="889000">
            <a:lnSpc>
              <a:spcPct val="90000"/>
            </a:lnSpc>
            <a:spcBef>
              <a:spcPct val="0"/>
            </a:spcBef>
            <a:spcAft>
              <a:spcPct val="20000"/>
            </a:spcAft>
            <a:buChar char="•"/>
          </a:pPr>
          <a:r>
            <a:rPr lang="en-US" sz="2000" kern="1200"/>
            <a:t>Two main functions:</a:t>
          </a:r>
        </a:p>
        <a:p>
          <a:pPr marL="457200" lvl="2" indent="-228600" algn="l" defTabSz="889000">
            <a:lnSpc>
              <a:spcPct val="90000"/>
            </a:lnSpc>
            <a:spcBef>
              <a:spcPct val="0"/>
            </a:spcBef>
            <a:spcAft>
              <a:spcPct val="20000"/>
            </a:spcAft>
            <a:buChar char="•"/>
          </a:pPr>
          <a:r>
            <a:rPr lang="en-US" sz="2000" b="1" kern="1200"/>
            <a:t>Govern transfer</a:t>
          </a:r>
          <a:r>
            <a:rPr lang="en-US" sz="2000" kern="1200"/>
            <a:t> of information (within computer &amp; to I/O devices)</a:t>
          </a:r>
        </a:p>
        <a:p>
          <a:pPr marL="457200" lvl="2" indent="-228600" algn="l" defTabSz="889000">
            <a:lnSpc>
              <a:spcPct val="90000"/>
            </a:lnSpc>
            <a:spcBef>
              <a:spcPct val="0"/>
            </a:spcBef>
            <a:spcAft>
              <a:spcPct val="20000"/>
            </a:spcAft>
            <a:buChar char="•"/>
          </a:pPr>
          <a:r>
            <a:rPr lang="en-US" sz="2000" b="1" kern="1200"/>
            <a:t>Specify arithmetic/logic operations</a:t>
          </a:r>
          <a:r>
            <a:rPr lang="en-US" sz="2000" kern="1200"/>
            <a:t> to be performed</a:t>
          </a:r>
        </a:p>
        <a:p>
          <a:pPr marL="228600" lvl="1" indent="-228600" algn="l" defTabSz="889000">
            <a:lnSpc>
              <a:spcPct val="90000"/>
            </a:lnSpc>
            <a:spcBef>
              <a:spcPct val="0"/>
            </a:spcBef>
            <a:spcAft>
              <a:spcPct val="20000"/>
            </a:spcAft>
            <a:buChar char="•"/>
          </a:pPr>
          <a:r>
            <a:rPr lang="en-US" sz="2000" b="1" kern="1200" dirty="0"/>
            <a:t>Program</a:t>
          </a:r>
          <a:r>
            <a:rPr lang="en-US" sz="2000" kern="1200" dirty="0"/>
            <a:t> = A list of instructions performing a task</a:t>
          </a:r>
        </a:p>
        <a:p>
          <a:pPr marL="228600" lvl="1" indent="-228600" algn="l" defTabSz="889000">
            <a:lnSpc>
              <a:spcPct val="90000"/>
            </a:lnSpc>
            <a:spcBef>
              <a:spcPct val="0"/>
            </a:spcBef>
            <a:spcAft>
              <a:spcPct val="20000"/>
            </a:spcAft>
            <a:buChar char="•"/>
          </a:pPr>
          <a:r>
            <a:rPr lang="en-US" sz="2000" kern="1200"/>
            <a:t>Stored in </a:t>
          </a:r>
          <a:r>
            <a:rPr lang="en-US" sz="2000" b="1" kern="1200"/>
            <a:t>memory</a:t>
          </a:r>
          <a:endParaRPr lang="en-US" sz="2000" kern="1200"/>
        </a:p>
        <a:p>
          <a:pPr marL="228600" lvl="1" indent="-228600" algn="l" defTabSz="889000">
            <a:lnSpc>
              <a:spcPct val="90000"/>
            </a:lnSpc>
            <a:spcBef>
              <a:spcPct val="0"/>
            </a:spcBef>
            <a:spcAft>
              <a:spcPct val="20000"/>
            </a:spcAft>
            <a:buChar char="•"/>
          </a:pPr>
          <a:r>
            <a:rPr lang="en-US" sz="2000" b="1" kern="1200" dirty="0"/>
            <a:t>Processor fetches</a:t>
          </a:r>
          <a:r>
            <a:rPr lang="en-US" sz="2000" kern="1200" dirty="0"/>
            <a:t> and executes them sequentially</a:t>
          </a:r>
        </a:p>
      </dsp:txBody>
      <dsp:txXfrm>
        <a:off x="0" y="1414962"/>
        <a:ext cx="10464175" cy="2368080"/>
      </dsp:txXfrm>
    </dsp:sp>
    <dsp:sp modelId="{0CA3B107-E929-4BFE-94AD-F3A3AA38183A}">
      <dsp:nvSpPr>
        <dsp:cNvPr id="0" name=""/>
        <dsp:cNvSpPr/>
      </dsp:nvSpPr>
      <dsp:spPr>
        <a:xfrm>
          <a:off x="0" y="3783042"/>
          <a:ext cx="10464175" cy="623610"/>
        </a:xfrm>
        <a:prstGeom prst="roundRec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Data</a:t>
          </a:r>
          <a:endParaRPr lang="en-US" sz="2600" kern="1200"/>
        </a:p>
      </dsp:txBody>
      <dsp:txXfrm>
        <a:off x="30442" y="3813484"/>
        <a:ext cx="10403291" cy="562726"/>
      </dsp:txXfrm>
    </dsp:sp>
    <dsp:sp modelId="{F1AAB7CE-6507-4593-A5AC-C4C765349ECE}">
      <dsp:nvSpPr>
        <dsp:cNvPr id="0" name=""/>
        <dsp:cNvSpPr/>
      </dsp:nvSpPr>
      <dsp:spPr>
        <a:xfrm>
          <a:off x="0" y="4406652"/>
          <a:ext cx="10464175" cy="1291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223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Numbers and characters used as </a:t>
          </a:r>
          <a:r>
            <a:rPr lang="en-US" sz="2000" b="1" kern="1200"/>
            <a:t>operands</a:t>
          </a:r>
          <a:r>
            <a:rPr lang="en-US" sz="2000" kern="1200"/>
            <a:t> by instructions</a:t>
          </a:r>
        </a:p>
        <a:p>
          <a:pPr marL="228600" lvl="1" indent="-228600" algn="l" defTabSz="889000">
            <a:lnSpc>
              <a:spcPct val="90000"/>
            </a:lnSpc>
            <a:spcBef>
              <a:spcPct val="0"/>
            </a:spcBef>
            <a:spcAft>
              <a:spcPct val="20000"/>
            </a:spcAft>
            <a:buChar char="•"/>
          </a:pPr>
          <a:r>
            <a:rPr lang="en-US" sz="2000" kern="1200"/>
            <a:t>Also stored in </a:t>
          </a:r>
          <a:r>
            <a:rPr lang="en-US" sz="2000" b="1" kern="1200"/>
            <a:t>memory</a:t>
          </a:r>
          <a:endParaRPr lang="en-US" sz="2000" kern="1200"/>
        </a:p>
        <a:p>
          <a:pPr marL="228600" lvl="1" indent="-228600" algn="l" defTabSz="889000">
            <a:lnSpc>
              <a:spcPct val="90000"/>
            </a:lnSpc>
            <a:spcBef>
              <a:spcPct val="0"/>
            </a:spcBef>
            <a:spcAft>
              <a:spcPct val="20000"/>
            </a:spcAft>
            <a:buChar char="•"/>
          </a:pPr>
          <a:r>
            <a:rPr lang="en-US" sz="2000" kern="1200"/>
            <a:t>Processed according to instruction commands</a:t>
          </a:r>
          <a:br>
            <a:rPr lang="en-US" sz="2000" kern="1200"/>
          </a:br>
          <a:endParaRPr lang="en-US" sz="2000" kern="1200"/>
        </a:p>
      </dsp:txBody>
      <dsp:txXfrm>
        <a:off x="0" y="4406652"/>
        <a:ext cx="10464175" cy="1291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E44EE7-88E2-406E-A1B4-B204E1082D95}">
      <dsp:nvSpPr>
        <dsp:cNvPr id="0" name=""/>
        <dsp:cNvSpPr/>
      </dsp:nvSpPr>
      <dsp:spPr>
        <a:xfrm>
          <a:off x="0" y="4050695"/>
          <a:ext cx="11029890" cy="13295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a:t>The purpose of the cache is to facilitate high instruction execution rates.</a:t>
          </a:r>
        </a:p>
      </dsp:txBody>
      <dsp:txXfrm>
        <a:off x="0" y="4050695"/>
        <a:ext cx="11029890" cy="1329528"/>
      </dsp:txXfrm>
    </dsp:sp>
    <dsp:sp modelId="{60B8BB67-63F6-4AA4-8B4A-344615E1EBA8}">
      <dsp:nvSpPr>
        <dsp:cNvPr id="0" name=""/>
        <dsp:cNvSpPr/>
      </dsp:nvSpPr>
      <dsp:spPr>
        <a:xfrm rot="10800000">
          <a:off x="0" y="2025823"/>
          <a:ext cx="11029890" cy="2044815"/>
        </a:xfrm>
        <a:prstGeom prst="upArrowCallout">
          <a:avLst/>
        </a:prstGeom>
        <a:solidFill>
          <a:schemeClr val="accent2">
            <a:hueOff val="3536049"/>
            <a:satOff val="-13319"/>
            <a:lumOff val="11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a:t>The cache is tightly coupled with the processor and is usually contained on the same integrated-circuit chip. </a:t>
          </a:r>
        </a:p>
      </dsp:txBody>
      <dsp:txXfrm rot="10800000">
        <a:off x="0" y="2025823"/>
        <a:ext cx="11029890" cy="1328659"/>
      </dsp:txXfrm>
    </dsp:sp>
    <dsp:sp modelId="{A6C033E1-3E38-4EB4-8C8A-8019194923EB}">
      <dsp:nvSpPr>
        <dsp:cNvPr id="0" name=""/>
        <dsp:cNvSpPr/>
      </dsp:nvSpPr>
      <dsp:spPr>
        <a:xfrm rot="10800000">
          <a:off x="0" y="951"/>
          <a:ext cx="11029890" cy="2044815"/>
        </a:xfrm>
        <a:prstGeom prst="upArrowCallou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As an adjunct to the main memory, </a:t>
          </a:r>
          <a:r>
            <a:rPr lang="en-US" sz="2800" b="1" kern="1200" dirty="0"/>
            <a:t>a smaller, faster RAM unit</a:t>
          </a:r>
          <a:r>
            <a:rPr lang="en-US" sz="2800" kern="1200" dirty="0"/>
            <a:t>, </a:t>
          </a:r>
          <a:r>
            <a:rPr lang="en-US" sz="2800" b="1" kern="1200" dirty="0"/>
            <a:t>called a cache</a:t>
          </a:r>
          <a:r>
            <a:rPr lang="en-US" sz="2800" kern="1200" dirty="0"/>
            <a:t>, is used to hold sections of a program that are currently being executed, along with any associated data. </a:t>
          </a:r>
        </a:p>
      </dsp:txBody>
      <dsp:txXfrm rot="10800000">
        <a:off x="0" y="951"/>
        <a:ext cx="11029890" cy="132865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12/9/2025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83245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12/9/2025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49731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12/9/2025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937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12/9/2025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3017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12/9/2025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76010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12/9/2025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25292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12/9/2025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81343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12/9/2025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9803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12/9/2025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08403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12/9/2025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3312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12/9/2025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688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12/9/2025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32117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9.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CCA3BC70-39A5-3DF7-8F89-09AF555946BA}"/>
              </a:ext>
            </a:extLst>
          </p:cNvPr>
          <p:cNvPicPr>
            <a:picLocks noChangeAspect="1"/>
          </p:cNvPicPr>
          <p:nvPr/>
        </p:nvPicPr>
        <p:blipFill>
          <a:blip r:embed="rId2"/>
          <a:srcRect t="444" b="-444"/>
          <a:stretch>
            <a:fillRect/>
          </a:stretch>
        </p:blipFill>
        <p:spPr>
          <a:xfrm>
            <a:off x="20" y="10"/>
            <a:ext cx="12191979" cy="6857990"/>
          </a:xfrm>
          <a:prstGeom prst="rect">
            <a:avLst/>
          </a:prstGeom>
        </p:spPr>
      </p:pic>
      <p:sp>
        <p:nvSpPr>
          <p:cNvPr id="16" name="Rectangle 15">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CB8E63-CC53-3D7C-851B-1BE08BF5532C}"/>
              </a:ext>
            </a:extLst>
          </p:cNvPr>
          <p:cNvSpPr>
            <a:spLocks noGrp="1"/>
          </p:cNvSpPr>
          <p:nvPr>
            <p:ph type="ctrTitle"/>
          </p:nvPr>
        </p:nvSpPr>
        <p:spPr>
          <a:xfrm>
            <a:off x="3092521" y="221791"/>
            <a:ext cx="8767261" cy="4232953"/>
          </a:xfrm>
        </p:spPr>
        <p:txBody>
          <a:bodyPr anchor="t">
            <a:noAutofit/>
          </a:bodyPr>
          <a:lstStyle/>
          <a:p>
            <a:pPr algn="r"/>
            <a:r>
              <a:rPr lang="en-US" sz="8000" dirty="0">
                <a:solidFill>
                  <a:srgbClr val="FFFFFF"/>
                </a:solidFill>
                <a:latin typeface="Modern Love" panose="04090805081005020601" pitchFamily="82" charset="0"/>
              </a:rPr>
              <a:t>Computer Organization &amp; Architecture</a:t>
            </a:r>
            <a:endParaRPr lang="en-IN" sz="8000" dirty="0">
              <a:solidFill>
                <a:srgbClr val="FFFFFF"/>
              </a:solidFill>
              <a:latin typeface="Modern Love" panose="04090805081005020601" pitchFamily="82" charset="0"/>
            </a:endParaRPr>
          </a:p>
        </p:txBody>
      </p:sp>
      <p:sp>
        <p:nvSpPr>
          <p:cNvPr id="3" name="Subtitle 2">
            <a:extLst>
              <a:ext uri="{FF2B5EF4-FFF2-40B4-BE49-F238E27FC236}">
                <a16:creationId xmlns:a16="http://schemas.microsoft.com/office/drawing/2014/main" id="{D951CDCD-0EBC-4260-9CDF-3CB8CA54B3CC}"/>
              </a:ext>
            </a:extLst>
          </p:cNvPr>
          <p:cNvSpPr>
            <a:spLocks noGrp="1"/>
          </p:cNvSpPr>
          <p:nvPr>
            <p:ph type="subTitle" idx="1"/>
          </p:nvPr>
        </p:nvSpPr>
        <p:spPr>
          <a:xfrm>
            <a:off x="6589836" y="4048283"/>
            <a:ext cx="4941173" cy="1447742"/>
          </a:xfrm>
        </p:spPr>
        <p:txBody>
          <a:bodyPr anchor="t">
            <a:normAutofit fontScale="92500" lnSpcReduction="10000"/>
          </a:bodyPr>
          <a:lstStyle/>
          <a:p>
            <a:pPr algn="r"/>
            <a:r>
              <a:rPr lang="en-US" sz="3600" dirty="0">
                <a:solidFill>
                  <a:srgbClr val="FFFFFF"/>
                </a:solidFill>
              </a:rPr>
              <a:t>PBCST404</a:t>
            </a:r>
          </a:p>
          <a:p>
            <a:pPr algn="r"/>
            <a:r>
              <a:rPr lang="en-US" sz="3600" dirty="0">
                <a:solidFill>
                  <a:srgbClr val="FFFFFF"/>
                </a:solidFill>
              </a:rPr>
              <a:t>MODULE 1 </a:t>
            </a:r>
          </a:p>
          <a:p>
            <a:pPr algn="r"/>
            <a:endParaRPr lang="en-IN" sz="3600" dirty="0">
              <a:solidFill>
                <a:srgbClr val="FFFFFF"/>
              </a:solidFill>
            </a:endParaRPr>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6B9B9FC8-9CF7-B586-68B6-3D21761B0431}"/>
              </a:ext>
            </a:extLst>
          </p:cNvPr>
          <p:cNvSpPr txBox="1">
            <a:spLocks/>
          </p:cNvSpPr>
          <p:nvPr/>
        </p:nvSpPr>
        <p:spPr>
          <a:xfrm>
            <a:off x="6589836" y="5638616"/>
            <a:ext cx="4941173" cy="812923"/>
          </a:xfrm>
          <a:prstGeom prst="rect">
            <a:avLst/>
          </a:prstGeom>
        </p:spPr>
        <p:txBody>
          <a:bodyPr vert="horz" lIns="91440" tIns="45720" rIns="91440" bIns="45720" rtlCol="0" anchor="t">
            <a:normAutofit fontScale="47500" lnSpcReduction="20000"/>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3600" dirty="0">
                <a:solidFill>
                  <a:srgbClr val="FFFFFF"/>
                </a:solidFill>
              </a:rPr>
              <a:t>DHANYA PG</a:t>
            </a:r>
          </a:p>
          <a:p>
            <a:pPr algn="r"/>
            <a:r>
              <a:rPr lang="en-US" sz="3600" dirty="0">
                <a:solidFill>
                  <a:srgbClr val="FFFFFF"/>
                </a:solidFill>
              </a:rPr>
              <a:t>Asst. Professor, </a:t>
            </a:r>
            <a:r>
              <a:rPr lang="en-US" sz="3600" dirty="0" err="1">
                <a:solidFill>
                  <a:srgbClr val="FFFFFF"/>
                </a:solidFill>
              </a:rPr>
              <a:t>cse</a:t>
            </a:r>
            <a:endParaRPr lang="en-IN" sz="3600" dirty="0">
              <a:solidFill>
                <a:srgbClr val="FFFFFF"/>
              </a:solidFill>
            </a:endParaRPr>
          </a:p>
        </p:txBody>
      </p:sp>
    </p:spTree>
    <p:extLst>
      <p:ext uri="{BB962C8B-B14F-4D97-AF65-F5344CB8AC3E}">
        <p14:creationId xmlns:p14="http://schemas.microsoft.com/office/powerpoint/2010/main" val="12048323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DE94-9AB4-A628-82CF-57A5E4CD3252}"/>
              </a:ext>
            </a:extLst>
          </p:cNvPr>
          <p:cNvSpPr>
            <a:spLocks noGrp="1"/>
          </p:cNvSpPr>
          <p:nvPr>
            <p:ph type="title"/>
          </p:nvPr>
        </p:nvSpPr>
        <p:spPr>
          <a:xfrm>
            <a:off x="563879" y="272144"/>
            <a:ext cx="10332721" cy="587828"/>
          </a:xfrm>
        </p:spPr>
        <p:txBody>
          <a:bodyPr>
            <a:normAutofit fontScale="90000"/>
          </a:bodyPr>
          <a:lstStyle/>
          <a:p>
            <a:r>
              <a:rPr lang="en-US"/>
              <a:t>COURSE OUTCOME</a:t>
            </a:r>
            <a:endParaRPr lang="en-IN" dirty="0"/>
          </a:p>
        </p:txBody>
      </p:sp>
      <p:pic>
        <p:nvPicPr>
          <p:cNvPr id="5" name="Content Placeholder 4">
            <a:extLst>
              <a:ext uri="{FF2B5EF4-FFF2-40B4-BE49-F238E27FC236}">
                <a16:creationId xmlns:a16="http://schemas.microsoft.com/office/drawing/2014/main" id="{40652D3F-4C9C-9400-F93D-7B7445150565}"/>
              </a:ext>
            </a:extLst>
          </p:cNvPr>
          <p:cNvPicPr>
            <a:picLocks noGrp="1" noChangeAspect="1"/>
          </p:cNvPicPr>
          <p:nvPr>
            <p:ph idx="1"/>
          </p:nvPr>
        </p:nvPicPr>
        <p:blipFill>
          <a:blip r:embed="rId2"/>
          <a:stretch>
            <a:fillRect/>
          </a:stretch>
        </p:blipFill>
        <p:spPr>
          <a:xfrm>
            <a:off x="169782" y="1389561"/>
            <a:ext cx="11852435" cy="4541114"/>
          </a:xfrm>
          <a:prstGeom prst="rect">
            <a:avLst/>
          </a:prstGeom>
        </p:spPr>
      </p:pic>
    </p:spTree>
    <p:extLst>
      <p:ext uri="{BB962C8B-B14F-4D97-AF65-F5344CB8AC3E}">
        <p14:creationId xmlns:p14="http://schemas.microsoft.com/office/powerpoint/2010/main" val="2791760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478197-7022-1147-C15E-ACE7AC843E72}"/>
              </a:ext>
            </a:extLst>
          </p:cNvPr>
          <p:cNvSpPr>
            <a:spLocks noGrp="1"/>
          </p:cNvSpPr>
          <p:nvPr>
            <p:ph type="title"/>
          </p:nvPr>
        </p:nvSpPr>
        <p:spPr>
          <a:xfrm>
            <a:off x="991585" y="337458"/>
            <a:ext cx="10360152" cy="1139911"/>
          </a:xfrm>
        </p:spPr>
        <p:txBody>
          <a:bodyPr>
            <a:normAutofit/>
          </a:bodyPr>
          <a:lstStyle/>
          <a:p>
            <a:r>
              <a:rPr lang="en-US" dirty="0"/>
              <a:t>MODULE 1 : </a:t>
            </a:r>
            <a:endParaRPr lang="en-IN" dirty="0"/>
          </a:p>
        </p:txBody>
      </p:sp>
      <p:cxnSp>
        <p:nvCxnSpPr>
          <p:cNvPr id="18" name="Straight Connector 17">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77F92A3-25B7-59CC-4E41-05A53C41C0F8}"/>
              </a:ext>
            </a:extLst>
          </p:cNvPr>
          <p:cNvGraphicFramePr>
            <a:graphicFrameLocks noGrp="1"/>
          </p:cNvGraphicFramePr>
          <p:nvPr>
            <p:ph idx="1"/>
            <p:extLst>
              <p:ext uri="{D42A27DB-BD31-4B8C-83A1-F6EECF244321}">
                <p14:modId xmlns:p14="http://schemas.microsoft.com/office/powerpoint/2010/main" val="1326655446"/>
              </p:ext>
            </p:extLst>
          </p:nvPr>
        </p:nvGraphicFramePr>
        <p:xfrm>
          <a:off x="840262" y="1197432"/>
          <a:ext cx="10720367" cy="5181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034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5F68449-CE54-5381-1BFB-2ABAA56A4A43}"/>
              </a:ext>
            </a:extLst>
          </p:cNvPr>
          <p:cNvPicPr>
            <a:picLocks noGrp="1" noChangeAspect="1"/>
          </p:cNvPicPr>
          <p:nvPr>
            <p:ph idx="1"/>
          </p:nvPr>
        </p:nvPicPr>
        <p:blipFill>
          <a:blip r:embed="rId2"/>
          <a:srcRect l="3943" r="6327" b="1"/>
          <a:stretch>
            <a:fillRect/>
          </a:stretch>
        </p:blipFill>
        <p:spPr>
          <a:xfrm>
            <a:off x="643467" y="643467"/>
            <a:ext cx="10905066" cy="5590432"/>
          </a:xfrm>
          <a:prstGeom prst="rect">
            <a:avLst/>
          </a:prstGeom>
        </p:spPr>
      </p:pic>
      <p:cxnSp>
        <p:nvCxnSpPr>
          <p:cNvPr id="16" name="Straight Connector 15">
            <a:extLst>
              <a:ext uri="{FF2B5EF4-FFF2-40B4-BE49-F238E27FC236}">
                <a16:creationId xmlns:a16="http://schemas.microsoft.com/office/drawing/2014/main" id="{19F39946-6C27-40AB-A613-7930E92197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09" y="6196329"/>
            <a:ext cx="10906324"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235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A6C77C-1E3A-D759-C3B4-2DBCB9B19B07}"/>
              </a:ext>
            </a:extLst>
          </p:cNvPr>
          <p:cNvPicPr>
            <a:picLocks noGrp="1" noChangeAspect="1"/>
          </p:cNvPicPr>
          <p:nvPr>
            <p:ph idx="1"/>
          </p:nvPr>
        </p:nvPicPr>
        <p:blipFill>
          <a:blip r:embed="rId2"/>
          <a:stretch>
            <a:fillRect/>
          </a:stretch>
        </p:blipFill>
        <p:spPr>
          <a:xfrm>
            <a:off x="386483" y="570246"/>
            <a:ext cx="10890929" cy="1666191"/>
          </a:xfrm>
          <a:prstGeom prst="rect">
            <a:avLst/>
          </a:prstGeom>
        </p:spPr>
      </p:pic>
      <p:pic>
        <p:nvPicPr>
          <p:cNvPr id="7" name="Picture 6">
            <a:extLst>
              <a:ext uri="{FF2B5EF4-FFF2-40B4-BE49-F238E27FC236}">
                <a16:creationId xmlns:a16="http://schemas.microsoft.com/office/drawing/2014/main" id="{D5227C7D-1B20-4F8B-F9F2-147654B78532}"/>
              </a:ext>
            </a:extLst>
          </p:cNvPr>
          <p:cNvPicPr>
            <a:picLocks noChangeAspect="1"/>
          </p:cNvPicPr>
          <p:nvPr/>
        </p:nvPicPr>
        <p:blipFill>
          <a:blip r:embed="rId3"/>
          <a:stretch>
            <a:fillRect/>
          </a:stretch>
        </p:blipFill>
        <p:spPr>
          <a:xfrm>
            <a:off x="386483" y="2870796"/>
            <a:ext cx="11107090" cy="3536701"/>
          </a:xfrm>
          <a:prstGeom prst="rect">
            <a:avLst/>
          </a:prstGeom>
        </p:spPr>
      </p:pic>
    </p:spTree>
    <p:extLst>
      <p:ext uri="{BB962C8B-B14F-4D97-AF65-F5344CB8AC3E}">
        <p14:creationId xmlns:p14="http://schemas.microsoft.com/office/powerpoint/2010/main" val="3380955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31AA-376D-11C2-9591-A9888369BF62}"/>
              </a:ext>
            </a:extLst>
          </p:cNvPr>
          <p:cNvSpPr>
            <a:spLocks noGrp="1"/>
          </p:cNvSpPr>
          <p:nvPr>
            <p:ph type="title"/>
          </p:nvPr>
        </p:nvSpPr>
        <p:spPr>
          <a:xfrm>
            <a:off x="428324" y="235821"/>
            <a:ext cx="10890929" cy="620828"/>
          </a:xfrm>
        </p:spPr>
        <p:txBody>
          <a:bodyPr>
            <a:normAutofit fontScale="90000"/>
          </a:bodyPr>
          <a:lstStyle/>
          <a:p>
            <a:r>
              <a:rPr lang="en-US" dirty="0"/>
              <a:t>The Analogy: Building a House</a:t>
            </a:r>
            <a:br>
              <a:rPr lang="en-US" u="sng" dirty="0"/>
            </a:br>
            <a:endParaRPr lang="en-IN" dirty="0"/>
          </a:p>
        </p:txBody>
      </p:sp>
      <p:pic>
        <p:nvPicPr>
          <p:cNvPr id="5" name="Content Placeholder 4" descr="A blueprint of a house&#10;&#10;AI-generated content may be incorrect.">
            <a:extLst>
              <a:ext uri="{FF2B5EF4-FFF2-40B4-BE49-F238E27FC236}">
                <a16:creationId xmlns:a16="http://schemas.microsoft.com/office/drawing/2014/main" id="{8C3B9A57-438E-E433-B064-32FFF6F6A5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8050" y="941260"/>
            <a:ext cx="9606012" cy="5797617"/>
          </a:xfrm>
        </p:spPr>
      </p:pic>
    </p:spTree>
    <p:extLst>
      <p:ext uri="{BB962C8B-B14F-4D97-AF65-F5344CB8AC3E}">
        <p14:creationId xmlns:p14="http://schemas.microsoft.com/office/powerpoint/2010/main" val="222135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6B2517-7D7A-1F7A-C40C-49BBBA762878}"/>
              </a:ext>
            </a:extLst>
          </p:cNvPr>
          <p:cNvSpPr>
            <a:spLocks noGrp="1"/>
          </p:cNvSpPr>
          <p:nvPr>
            <p:ph idx="1"/>
          </p:nvPr>
        </p:nvSpPr>
        <p:spPr>
          <a:xfrm>
            <a:off x="318497" y="1130157"/>
            <a:ext cx="11404315" cy="5558319"/>
          </a:xfrm>
        </p:spPr>
        <p:txBody>
          <a:bodyPr>
            <a:normAutofit/>
          </a:bodyPr>
          <a:lstStyle/>
          <a:p>
            <a:pPr algn="just"/>
            <a:r>
              <a:rPr lang="en-US" b="1" dirty="0"/>
              <a:t>Computer Architecture</a:t>
            </a:r>
            <a:r>
              <a:rPr lang="en-US" dirty="0"/>
              <a:t> is the </a:t>
            </a:r>
            <a:r>
              <a:rPr lang="en-US" i="1" dirty="0"/>
              <a:t>what</a:t>
            </a:r>
            <a:r>
              <a:rPr lang="en-US" dirty="0"/>
              <a:t>: The conceptual design and functional behavior of the computer system as seen by the programmer. It's the "Architect's Blueprint."</a:t>
            </a:r>
          </a:p>
          <a:p>
            <a:pPr algn="just"/>
            <a:r>
              <a:rPr lang="en-US" b="1" dirty="0"/>
              <a:t>Computer Organization</a:t>
            </a:r>
            <a:r>
              <a:rPr lang="en-US" dirty="0"/>
              <a:t> is the </a:t>
            </a:r>
            <a:r>
              <a:rPr lang="en-US" i="1" dirty="0"/>
              <a:t>how</a:t>
            </a:r>
            <a:r>
              <a:rPr lang="en-US" dirty="0"/>
              <a:t>: The physical implementation and operational units that realize the architectural specifications. It's the "Contractor's Construction.“</a:t>
            </a:r>
          </a:p>
          <a:p>
            <a:pPr marL="0" indent="0" algn="just">
              <a:buNone/>
            </a:pPr>
            <a:r>
              <a:rPr lang="en-US" sz="2400" b="1" u="sng" dirty="0"/>
              <a:t>The Analogy: Building a House</a:t>
            </a:r>
          </a:p>
          <a:p>
            <a:pPr marL="0" indent="0" algn="just">
              <a:buNone/>
            </a:pPr>
            <a:r>
              <a:rPr lang="en-US" b="1" dirty="0"/>
              <a:t>Architecture (The Blueprint):</a:t>
            </a:r>
            <a:endParaRPr lang="en-US" dirty="0"/>
          </a:p>
          <a:p>
            <a:pPr lvl="1" algn="just"/>
            <a:r>
              <a:rPr lang="en-US" dirty="0"/>
              <a:t>"The house will have 3 bedrooms, 2 bathrooms, a kitchen, and a living room."</a:t>
            </a:r>
          </a:p>
          <a:p>
            <a:pPr lvl="1" algn="just"/>
            <a:r>
              <a:rPr lang="en-US" dirty="0"/>
              <a:t>It specifies </a:t>
            </a:r>
            <a:r>
              <a:rPr lang="en-US" i="1" dirty="0"/>
              <a:t>what</a:t>
            </a:r>
            <a:r>
              <a:rPr lang="en-US" dirty="0"/>
              <a:t> the features are, not how to build them.</a:t>
            </a:r>
          </a:p>
          <a:p>
            <a:pPr marL="0" indent="0" algn="just">
              <a:buNone/>
            </a:pPr>
            <a:r>
              <a:rPr lang="en-US" b="1" dirty="0"/>
              <a:t>Organization (The Construction):</a:t>
            </a:r>
            <a:endParaRPr lang="en-US" dirty="0"/>
          </a:p>
          <a:p>
            <a:pPr lvl="1" algn="just"/>
            <a:r>
              <a:rPr lang="en-US" dirty="0"/>
              <a:t>"The walls will be made of brick, the pipes will be copper, and the electrical wiring will run through the ceiling."</a:t>
            </a:r>
          </a:p>
          <a:p>
            <a:pPr lvl="1" algn="just"/>
            <a:r>
              <a:rPr lang="en-US" dirty="0"/>
              <a:t>It specifies </a:t>
            </a:r>
            <a:r>
              <a:rPr lang="en-US" i="1" dirty="0"/>
              <a:t>how</a:t>
            </a:r>
            <a:r>
              <a:rPr lang="en-US" dirty="0"/>
              <a:t> to implement the blueprint with physical materials.</a:t>
            </a:r>
          </a:p>
          <a:p>
            <a:pPr marL="0" indent="0" algn="just">
              <a:buNone/>
            </a:pPr>
            <a:endParaRPr lang="en-US" dirty="0"/>
          </a:p>
          <a:p>
            <a:pPr algn="just"/>
            <a:endParaRPr lang="en-US" dirty="0"/>
          </a:p>
          <a:p>
            <a:pPr algn="just"/>
            <a:endParaRPr lang="en-IN" dirty="0"/>
          </a:p>
        </p:txBody>
      </p:sp>
    </p:spTree>
    <p:extLst>
      <p:ext uri="{BB962C8B-B14F-4D97-AF65-F5344CB8AC3E}">
        <p14:creationId xmlns:p14="http://schemas.microsoft.com/office/powerpoint/2010/main" val="181180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F8F9A3-DB4E-1358-EEF6-9715829A2DEF}"/>
              </a:ext>
            </a:extLst>
          </p:cNvPr>
          <p:cNvSpPr>
            <a:spLocks noGrp="1"/>
          </p:cNvSpPr>
          <p:nvPr>
            <p:ph type="title"/>
          </p:nvPr>
        </p:nvSpPr>
        <p:spPr>
          <a:xfrm>
            <a:off x="531223" y="305368"/>
            <a:ext cx="7448006" cy="424543"/>
          </a:xfrm>
        </p:spPr>
        <p:txBody>
          <a:bodyPr anchor="t">
            <a:normAutofit fontScale="90000"/>
          </a:bodyPr>
          <a:lstStyle/>
          <a:p>
            <a:r>
              <a:rPr lang="en-US" sz="3100" dirty="0"/>
              <a:t>COMPUTER ARCHITECTURE</a:t>
            </a:r>
            <a:endParaRPr lang="en-IN" sz="3100" dirty="0"/>
          </a:p>
        </p:txBody>
      </p:sp>
      <p:cxnSp>
        <p:nvCxnSpPr>
          <p:cNvPr id="7" name="Straight Connector 6">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79073AA7-FAD3-7487-7E97-9D436A7C3588}"/>
              </a:ext>
            </a:extLst>
          </p:cNvPr>
          <p:cNvGraphicFramePr>
            <a:graphicFrameLocks noGrp="1"/>
          </p:cNvGraphicFramePr>
          <p:nvPr>
            <p:ph idx="1"/>
            <p:extLst>
              <p:ext uri="{D42A27DB-BD31-4B8C-83A1-F6EECF244321}">
                <p14:modId xmlns:p14="http://schemas.microsoft.com/office/powerpoint/2010/main" val="1840108865"/>
              </p:ext>
            </p:extLst>
          </p:nvPr>
        </p:nvGraphicFramePr>
        <p:xfrm>
          <a:off x="1240144" y="850165"/>
          <a:ext cx="10847495" cy="54226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846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B0DE9B-496B-1FB2-5C11-DA1C71C269EB}"/>
              </a:ext>
            </a:extLst>
          </p:cNvPr>
          <p:cNvSpPr>
            <a:spLocks noGrp="1"/>
          </p:cNvSpPr>
          <p:nvPr>
            <p:ph type="title"/>
          </p:nvPr>
        </p:nvSpPr>
        <p:spPr>
          <a:xfrm>
            <a:off x="691896" y="258117"/>
            <a:ext cx="7894320" cy="772884"/>
          </a:xfrm>
        </p:spPr>
        <p:txBody>
          <a:bodyPr anchor="t">
            <a:normAutofit/>
          </a:bodyPr>
          <a:lstStyle/>
          <a:p>
            <a:r>
              <a:rPr lang="en-US" dirty="0"/>
              <a:t>COMPUTER ORGANIZATION</a:t>
            </a:r>
            <a:endParaRPr lang="en-IN" dirty="0"/>
          </a:p>
        </p:txBody>
      </p:sp>
      <p:graphicFrame>
        <p:nvGraphicFramePr>
          <p:cNvPr id="5" name="Content Placeholder 2">
            <a:extLst>
              <a:ext uri="{FF2B5EF4-FFF2-40B4-BE49-F238E27FC236}">
                <a16:creationId xmlns:a16="http://schemas.microsoft.com/office/drawing/2014/main" id="{D3FDC172-7275-2B67-DDA9-9344422723AD}"/>
              </a:ext>
            </a:extLst>
          </p:cNvPr>
          <p:cNvGraphicFramePr>
            <a:graphicFrameLocks noGrp="1"/>
          </p:cNvGraphicFramePr>
          <p:nvPr>
            <p:ph idx="1"/>
            <p:extLst>
              <p:ext uri="{D42A27DB-BD31-4B8C-83A1-F6EECF244321}">
                <p14:modId xmlns:p14="http://schemas.microsoft.com/office/powerpoint/2010/main" val="761231188"/>
              </p:ext>
            </p:extLst>
          </p:nvPr>
        </p:nvGraphicFramePr>
        <p:xfrm>
          <a:off x="533399" y="892629"/>
          <a:ext cx="11092543" cy="57072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8568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E417A9-BBB7-0A8C-C685-1EFB04F086B1}"/>
              </a:ext>
            </a:extLst>
          </p:cNvPr>
          <p:cNvSpPr>
            <a:spLocks noGrp="1"/>
          </p:cNvSpPr>
          <p:nvPr>
            <p:ph idx="1"/>
          </p:nvPr>
        </p:nvSpPr>
        <p:spPr>
          <a:xfrm>
            <a:off x="513708" y="565079"/>
            <a:ext cx="11017300" cy="5917914"/>
          </a:xfrm>
        </p:spPr>
        <p:txBody>
          <a:bodyPr/>
          <a:lstStyle/>
          <a:p>
            <a:pPr marL="0" indent="0">
              <a:buNone/>
            </a:pPr>
            <a:r>
              <a:rPr lang="en-US" dirty="0"/>
              <a:t>Eg: </a:t>
            </a:r>
            <a:r>
              <a:rPr lang="pt-BR" b="1" dirty="0"/>
              <a:t>ADD R1, R2, R3</a:t>
            </a:r>
            <a:r>
              <a:rPr lang="pt-BR" dirty="0"/>
              <a:t> (</a:t>
            </a:r>
            <a:r>
              <a:rPr lang="pt-BR" dirty="0" err="1"/>
              <a:t>which</a:t>
            </a:r>
            <a:r>
              <a:rPr lang="pt-BR" dirty="0"/>
              <a:t> </a:t>
            </a:r>
            <a:r>
              <a:rPr lang="pt-BR" dirty="0" err="1"/>
              <a:t>means</a:t>
            </a:r>
            <a:r>
              <a:rPr lang="pt-BR" dirty="0"/>
              <a:t> R1 = R2 + R3)</a:t>
            </a:r>
          </a:p>
          <a:p>
            <a:pPr marL="0" indent="0">
              <a:buNone/>
            </a:pPr>
            <a:endParaRPr lang="pt-BR" dirty="0"/>
          </a:p>
          <a:p>
            <a:r>
              <a:rPr lang="en-US" b="1" dirty="0"/>
              <a:t>Level 1: Computer Architecture View (The Programmer's View)</a:t>
            </a:r>
          </a:p>
          <a:p>
            <a:endParaRPr lang="en-US" b="1" dirty="0"/>
          </a:p>
          <a:p>
            <a:endParaRPr lang="en-US" b="1" dirty="0"/>
          </a:p>
          <a:p>
            <a:endParaRPr lang="en-US" b="1" dirty="0"/>
          </a:p>
          <a:p>
            <a:endParaRPr lang="en-US" b="1" dirty="0"/>
          </a:p>
          <a:p>
            <a:endParaRPr lang="en-US" b="1" dirty="0"/>
          </a:p>
          <a:p>
            <a:r>
              <a:rPr lang="en-US" dirty="0"/>
              <a:t>The </a:t>
            </a:r>
            <a:r>
              <a:rPr lang="en-US" b="1" dirty="0"/>
              <a:t>instruction set</a:t>
            </a:r>
            <a:r>
              <a:rPr lang="en-US" dirty="0"/>
              <a:t> is defined (ADD).</a:t>
            </a:r>
          </a:p>
          <a:p>
            <a:r>
              <a:rPr lang="en-US" dirty="0"/>
              <a:t>The </a:t>
            </a:r>
            <a:r>
              <a:rPr lang="en-US" b="1" dirty="0"/>
              <a:t>registers</a:t>
            </a:r>
            <a:r>
              <a:rPr lang="en-US" dirty="0"/>
              <a:t> are defined (R1, R2, R3).</a:t>
            </a:r>
          </a:p>
          <a:p>
            <a:r>
              <a:rPr lang="en-US" dirty="0"/>
              <a:t>The </a:t>
            </a:r>
            <a:r>
              <a:rPr lang="en-US" b="1" dirty="0"/>
              <a:t>functionality</a:t>
            </a:r>
            <a:r>
              <a:rPr lang="en-US" dirty="0"/>
              <a:t> is defined (the result of R2 + R3 is placed in R1).</a:t>
            </a:r>
          </a:p>
          <a:p>
            <a:pPr marL="0" indent="0">
              <a:buNone/>
            </a:pPr>
            <a:endParaRPr lang="en-US" b="1" dirty="0"/>
          </a:p>
          <a:p>
            <a:pPr marL="0" indent="0">
              <a:buNone/>
            </a:pPr>
            <a:endParaRPr lang="en-US" dirty="0"/>
          </a:p>
          <a:p>
            <a:endParaRPr lang="en-IN" dirty="0"/>
          </a:p>
        </p:txBody>
      </p:sp>
      <p:pic>
        <p:nvPicPr>
          <p:cNvPr id="5" name="Picture 4" descr="A computer architecture diagram with text&#10;&#10;AI-generated content may be incorrect.">
            <a:extLst>
              <a:ext uri="{FF2B5EF4-FFF2-40B4-BE49-F238E27FC236}">
                <a16:creationId xmlns:a16="http://schemas.microsoft.com/office/drawing/2014/main" id="{156B7275-548D-DD7C-E424-0076F0BE7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755" y="2163103"/>
            <a:ext cx="9075577" cy="2188370"/>
          </a:xfrm>
          <a:prstGeom prst="rect">
            <a:avLst/>
          </a:prstGeom>
        </p:spPr>
      </p:pic>
    </p:spTree>
    <p:extLst>
      <p:ext uri="{BB962C8B-B14F-4D97-AF65-F5344CB8AC3E}">
        <p14:creationId xmlns:p14="http://schemas.microsoft.com/office/powerpoint/2010/main" val="3625755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31E446-F51C-3275-41F7-8B7C91822EE6}"/>
              </a:ext>
            </a:extLst>
          </p:cNvPr>
          <p:cNvSpPr>
            <a:spLocks noGrp="1"/>
          </p:cNvSpPr>
          <p:nvPr>
            <p:ph idx="1"/>
          </p:nvPr>
        </p:nvSpPr>
        <p:spPr>
          <a:xfrm>
            <a:off x="640080" y="585626"/>
            <a:ext cx="10890928" cy="6061753"/>
          </a:xfrm>
        </p:spPr>
        <p:txBody>
          <a:bodyPr>
            <a:normAutofit fontScale="92500" lnSpcReduction="10000"/>
          </a:bodyPr>
          <a:lstStyle/>
          <a:p>
            <a:r>
              <a:rPr lang="en-US" b="1" dirty="0"/>
              <a:t>Level 2: Computer Organization View (The Engineer's View)</a:t>
            </a:r>
          </a:p>
          <a:p>
            <a:r>
              <a:rPr lang="en-US" dirty="0"/>
              <a:t>This is a low-level, physical diagram showing the data path and control signals needed to execute the instruction.</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The </a:t>
            </a:r>
            <a:r>
              <a:rPr lang="en-US" b="1" dirty="0"/>
              <a:t>physical components</a:t>
            </a:r>
            <a:r>
              <a:rPr lang="en-US" dirty="0"/>
              <a:t> (ALU, Registers, Bus, Multiplexer, Control Unit).</a:t>
            </a:r>
          </a:p>
          <a:p>
            <a:r>
              <a:rPr lang="en-US" dirty="0"/>
              <a:t>The </a:t>
            </a:r>
            <a:r>
              <a:rPr lang="en-US" b="1" dirty="0"/>
              <a:t>data flow</a:t>
            </a:r>
            <a:r>
              <a:rPr lang="en-US" dirty="0"/>
              <a:t> between components (paths of the arrows).</a:t>
            </a:r>
          </a:p>
          <a:p>
            <a:r>
              <a:rPr lang="en-US" dirty="0"/>
              <a:t>The </a:t>
            </a:r>
            <a:r>
              <a:rPr lang="en-US" b="1" dirty="0"/>
              <a:t>control signals</a:t>
            </a:r>
            <a:r>
              <a:rPr lang="en-US" dirty="0"/>
              <a:t> (dotted lines) from the Control Unit that tell each component what to do and when.</a:t>
            </a:r>
          </a:p>
          <a:p>
            <a:endParaRPr lang="en-US" dirty="0"/>
          </a:p>
          <a:p>
            <a:endParaRPr lang="en-IN" dirty="0"/>
          </a:p>
        </p:txBody>
      </p:sp>
      <p:pic>
        <p:nvPicPr>
          <p:cNvPr id="5" name="Picture 4" descr="A screenshot of a computer screen&#10;&#10;AI-generated content may be incorrect.">
            <a:extLst>
              <a:ext uri="{FF2B5EF4-FFF2-40B4-BE49-F238E27FC236}">
                <a16:creationId xmlns:a16="http://schemas.microsoft.com/office/drawing/2014/main" id="{7E303677-2AB1-6E77-9C29-C23F1E59B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37850"/>
            <a:ext cx="12192000" cy="3217911"/>
          </a:xfrm>
          <a:prstGeom prst="rect">
            <a:avLst/>
          </a:prstGeom>
        </p:spPr>
      </p:pic>
    </p:spTree>
    <p:extLst>
      <p:ext uri="{BB962C8B-B14F-4D97-AF65-F5344CB8AC3E}">
        <p14:creationId xmlns:p14="http://schemas.microsoft.com/office/powerpoint/2010/main" val="144447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05B4C822-56AE-630C-319B-5CBB5D7719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48726" y="738411"/>
            <a:ext cx="20388171" cy="5381178"/>
          </a:xfrm>
          <a:prstGeom prst="rect">
            <a:avLst/>
          </a:prstGeom>
        </p:spPr>
      </p:pic>
    </p:spTree>
    <p:extLst>
      <p:ext uri="{BB962C8B-B14F-4D97-AF65-F5344CB8AC3E}">
        <p14:creationId xmlns:p14="http://schemas.microsoft.com/office/powerpoint/2010/main" val="2224858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CFFA0C4E-3C52-1208-3ACE-EC371B44E391}"/>
              </a:ext>
            </a:extLst>
          </p:cNvPr>
          <p:cNvGraphicFramePr>
            <a:graphicFrameLocks noGrp="1"/>
          </p:cNvGraphicFramePr>
          <p:nvPr>
            <p:ph idx="1"/>
            <p:extLst>
              <p:ext uri="{D42A27DB-BD31-4B8C-83A1-F6EECF244321}">
                <p14:modId xmlns:p14="http://schemas.microsoft.com/office/powerpoint/2010/main" val="677277728"/>
              </p:ext>
            </p:extLst>
          </p:nvPr>
        </p:nvGraphicFramePr>
        <p:xfrm>
          <a:off x="192505" y="664143"/>
          <a:ext cx="11819824" cy="5948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0890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400AD8-CB9C-F787-3402-D86236511A9C}"/>
              </a:ext>
            </a:extLst>
          </p:cNvPr>
          <p:cNvSpPr>
            <a:spLocks noGrp="1"/>
          </p:cNvSpPr>
          <p:nvPr>
            <p:ph type="title"/>
          </p:nvPr>
        </p:nvSpPr>
        <p:spPr>
          <a:xfrm>
            <a:off x="672252" y="110060"/>
            <a:ext cx="6402977" cy="1023255"/>
          </a:xfrm>
        </p:spPr>
        <p:txBody>
          <a:bodyPr anchor="t">
            <a:normAutofit/>
          </a:bodyPr>
          <a:lstStyle/>
          <a:p>
            <a:r>
              <a:rPr lang="en-US" sz="3600" dirty="0"/>
              <a:t>Structure and Function</a:t>
            </a:r>
            <a:endParaRPr lang="en-IN" sz="3600" dirty="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037E24D-6AB1-D8BA-75EB-496AB3D33007}"/>
              </a:ext>
            </a:extLst>
          </p:cNvPr>
          <p:cNvGraphicFramePr>
            <a:graphicFrameLocks noGrp="1"/>
          </p:cNvGraphicFramePr>
          <p:nvPr>
            <p:ph idx="1"/>
            <p:extLst>
              <p:ext uri="{D42A27DB-BD31-4B8C-83A1-F6EECF244321}">
                <p14:modId xmlns:p14="http://schemas.microsoft.com/office/powerpoint/2010/main" val="837724776"/>
              </p:ext>
            </p:extLst>
          </p:nvPr>
        </p:nvGraphicFramePr>
        <p:xfrm>
          <a:off x="672252" y="1046621"/>
          <a:ext cx="10953691" cy="5226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8072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computer&#10;&#10;AI-generated content may be incorrect.">
            <a:extLst>
              <a:ext uri="{FF2B5EF4-FFF2-40B4-BE49-F238E27FC236}">
                <a16:creationId xmlns:a16="http://schemas.microsoft.com/office/drawing/2014/main" id="{CA4626B6-5B80-1E34-34CE-2EE0A0EC72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5730"/>
          <a:stretch>
            <a:fillRect/>
          </a:stretch>
        </p:blipFill>
        <p:spPr>
          <a:xfrm>
            <a:off x="1" y="1"/>
            <a:ext cx="12192000" cy="6857988"/>
          </a:xfrm>
          <a:prstGeom prst="rect">
            <a:avLst/>
          </a:prstGeom>
        </p:spPr>
      </p:pic>
    </p:spTree>
    <p:extLst>
      <p:ext uri="{BB962C8B-B14F-4D97-AF65-F5344CB8AC3E}">
        <p14:creationId xmlns:p14="http://schemas.microsoft.com/office/powerpoint/2010/main" val="3123749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6B782-9824-7434-C2F3-F464F67245A3}"/>
              </a:ext>
            </a:extLst>
          </p:cNvPr>
          <p:cNvSpPr>
            <a:spLocks noGrp="1"/>
          </p:cNvSpPr>
          <p:nvPr>
            <p:ph type="title"/>
          </p:nvPr>
        </p:nvSpPr>
        <p:spPr>
          <a:xfrm>
            <a:off x="537337" y="368123"/>
            <a:ext cx="10890929" cy="580489"/>
          </a:xfrm>
        </p:spPr>
        <p:txBody>
          <a:bodyPr>
            <a:normAutofit fontScale="90000"/>
          </a:bodyPr>
          <a:lstStyle/>
          <a:p>
            <a:r>
              <a:rPr lang="en-IN" dirty="0"/>
              <a:t>Functions : </a:t>
            </a:r>
            <a:r>
              <a:rPr lang="en-US" sz="2200" dirty="0"/>
              <a:t>There are only four basic functions that a computer can perform: </a:t>
            </a:r>
            <a:br>
              <a:rPr lang="en-US" dirty="0"/>
            </a:br>
            <a:endParaRPr lang="en-IN" dirty="0"/>
          </a:p>
        </p:txBody>
      </p:sp>
      <p:sp>
        <p:nvSpPr>
          <p:cNvPr id="3" name="Content Placeholder 2">
            <a:extLst>
              <a:ext uri="{FF2B5EF4-FFF2-40B4-BE49-F238E27FC236}">
                <a16:creationId xmlns:a16="http://schemas.microsoft.com/office/drawing/2014/main" id="{65BD05B4-157D-47A3-FFE8-13953BC8D49C}"/>
              </a:ext>
            </a:extLst>
          </p:cNvPr>
          <p:cNvSpPr>
            <a:spLocks noGrp="1"/>
          </p:cNvSpPr>
          <p:nvPr>
            <p:ph idx="1"/>
          </p:nvPr>
        </p:nvSpPr>
        <p:spPr>
          <a:xfrm>
            <a:off x="537337" y="1135781"/>
            <a:ext cx="5455920" cy="5284270"/>
          </a:xfrm>
          <a:solidFill>
            <a:schemeClr val="tx2">
              <a:lumMod val="10000"/>
              <a:lumOff val="90000"/>
            </a:schemeClr>
          </a:solidFill>
        </p:spPr>
        <p:txBody>
          <a:bodyPr>
            <a:normAutofit/>
          </a:bodyPr>
          <a:lstStyle/>
          <a:p>
            <a:pPr algn="just"/>
            <a:r>
              <a:rPr lang="en-US" sz="2400" b="1" dirty="0">
                <a:highlight>
                  <a:srgbClr val="FFFF00"/>
                </a:highlight>
              </a:rPr>
              <a:t>Data processing: </a:t>
            </a:r>
          </a:p>
          <a:p>
            <a:pPr lvl="1" algn="just"/>
            <a:r>
              <a:rPr lang="en-US" sz="1900" b="1" dirty="0"/>
              <a:t>Raw input data</a:t>
            </a:r>
            <a:r>
              <a:rPr lang="en-US" sz="1900" dirty="0"/>
              <a:t> is </a:t>
            </a:r>
            <a:r>
              <a:rPr lang="en-US" sz="1900" b="1" dirty="0"/>
              <a:t>converted into meaningful output</a:t>
            </a:r>
            <a:r>
              <a:rPr lang="en-US" sz="2200" dirty="0"/>
              <a:t>.</a:t>
            </a:r>
            <a:endParaRPr lang="en-US" sz="2200" b="1" dirty="0"/>
          </a:p>
          <a:p>
            <a:pPr algn="just"/>
            <a:r>
              <a:rPr lang="en-US" sz="2400" b="1" dirty="0">
                <a:highlight>
                  <a:srgbClr val="FFFF00"/>
                </a:highlight>
              </a:rPr>
              <a:t>Data storage</a:t>
            </a:r>
            <a:r>
              <a:rPr lang="en-US" sz="2400" b="1" dirty="0"/>
              <a:t>: </a:t>
            </a:r>
          </a:p>
          <a:p>
            <a:pPr lvl="1" algn="just"/>
            <a:r>
              <a:rPr lang="en-US" sz="1900" b="1" dirty="0"/>
              <a:t>Data come in and get processed, and the results go out immediately, the computer must temporarily store at least those pieces of data. Thus, there is at least a short-term data storage function. </a:t>
            </a:r>
          </a:p>
          <a:p>
            <a:pPr lvl="1" algn="just"/>
            <a:r>
              <a:rPr lang="en-US" sz="1900" b="1" dirty="0"/>
              <a:t>Equally important, the computer performs a long-term data storage function. </a:t>
            </a:r>
          </a:p>
          <a:p>
            <a:pPr lvl="1" algn="just"/>
            <a:r>
              <a:rPr lang="en-US" sz="1900" b="1" dirty="0"/>
              <a:t>Files of data are stored on the computer for subsequent retrieval and update</a:t>
            </a:r>
            <a:r>
              <a:rPr lang="en-US" sz="2000" b="1" dirty="0"/>
              <a:t>.</a:t>
            </a:r>
            <a:endParaRPr lang="en-IN" sz="2000" b="1" dirty="0"/>
          </a:p>
        </p:txBody>
      </p:sp>
      <p:sp>
        <p:nvSpPr>
          <p:cNvPr id="4" name="Content Placeholder 2">
            <a:extLst>
              <a:ext uri="{FF2B5EF4-FFF2-40B4-BE49-F238E27FC236}">
                <a16:creationId xmlns:a16="http://schemas.microsoft.com/office/drawing/2014/main" id="{3472BEA0-FA42-05E5-4415-6B01CDC644EC}"/>
              </a:ext>
            </a:extLst>
          </p:cNvPr>
          <p:cNvSpPr txBox="1">
            <a:spLocks/>
          </p:cNvSpPr>
          <p:nvPr/>
        </p:nvSpPr>
        <p:spPr>
          <a:xfrm>
            <a:off x="6096000" y="1135781"/>
            <a:ext cx="5455920" cy="5284270"/>
          </a:xfrm>
          <a:prstGeom prst="rect">
            <a:avLst/>
          </a:prstGeom>
          <a:solidFill>
            <a:schemeClr val="tx2">
              <a:lumMod val="10000"/>
              <a:lumOff val="9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600" b="1" dirty="0">
                <a:highlight>
                  <a:srgbClr val="FFFF00"/>
                </a:highlight>
              </a:rPr>
              <a:t>Data movement</a:t>
            </a:r>
            <a:r>
              <a:rPr lang="en-US" sz="2400" b="1" dirty="0"/>
              <a:t>: </a:t>
            </a:r>
          </a:p>
          <a:p>
            <a:pPr lvl="1" algn="just"/>
            <a:r>
              <a:rPr lang="en-US" sz="2000" b="1" dirty="0"/>
              <a:t>When data are received from or delivered to a device that is directly connected to the computer, the process is known as input–output (I/O), and the device is referred to as a peripheral. </a:t>
            </a:r>
          </a:p>
          <a:p>
            <a:pPr lvl="1" algn="just"/>
            <a:r>
              <a:rPr lang="en-US" sz="2000" b="1" dirty="0"/>
              <a:t>When data are moved over longer distances, to or from a remote device, the process is known as data communications. </a:t>
            </a:r>
          </a:p>
          <a:p>
            <a:pPr algn="just"/>
            <a:r>
              <a:rPr lang="en-US" sz="2600" b="1" dirty="0">
                <a:highlight>
                  <a:srgbClr val="FFFF00"/>
                </a:highlight>
              </a:rPr>
              <a:t>Control</a:t>
            </a:r>
            <a:r>
              <a:rPr lang="en-US" sz="2600" b="1" dirty="0"/>
              <a:t>:</a:t>
            </a:r>
            <a:r>
              <a:rPr lang="en-US" sz="2400" b="1" dirty="0"/>
              <a:t> </a:t>
            </a:r>
          </a:p>
          <a:p>
            <a:pPr lvl="1" algn="just"/>
            <a:r>
              <a:rPr lang="en-US" sz="2000" b="1" dirty="0"/>
              <a:t>Within the computer, a control unit manages the computer’s resources and orchestrates the performance of its functional parts in response to instructions.</a:t>
            </a:r>
            <a:endParaRPr lang="en-IN" sz="2000" b="1" dirty="0"/>
          </a:p>
        </p:txBody>
      </p:sp>
    </p:spTree>
    <p:extLst>
      <p:ext uri="{BB962C8B-B14F-4D97-AF65-F5344CB8AC3E}">
        <p14:creationId xmlns:p14="http://schemas.microsoft.com/office/powerpoint/2010/main" val="3920907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4A1C-E29F-52C1-6F35-DC334C083318}"/>
              </a:ext>
            </a:extLst>
          </p:cNvPr>
          <p:cNvSpPr>
            <a:spLocks noGrp="1"/>
          </p:cNvSpPr>
          <p:nvPr>
            <p:ph type="title"/>
          </p:nvPr>
        </p:nvSpPr>
        <p:spPr>
          <a:xfrm>
            <a:off x="563077" y="400892"/>
            <a:ext cx="10890929" cy="514951"/>
          </a:xfrm>
        </p:spPr>
        <p:txBody>
          <a:bodyPr>
            <a:normAutofit fontScale="90000"/>
          </a:bodyPr>
          <a:lstStyle/>
          <a:p>
            <a:r>
              <a:rPr lang="en-IN" dirty="0"/>
              <a:t>Structure</a:t>
            </a:r>
          </a:p>
        </p:txBody>
      </p:sp>
      <p:sp>
        <p:nvSpPr>
          <p:cNvPr id="3" name="Content Placeholder 2">
            <a:extLst>
              <a:ext uri="{FF2B5EF4-FFF2-40B4-BE49-F238E27FC236}">
                <a16:creationId xmlns:a16="http://schemas.microsoft.com/office/drawing/2014/main" id="{11B1C8C7-454D-63A7-9FFF-6DD895ABC4AB}"/>
              </a:ext>
            </a:extLst>
          </p:cNvPr>
          <p:cNvSpPr>
            <a:spLocks noGrp="1"/>
          </p:cNvSpPr>
          <p:nvPr>
            <p:ph idx="1"/>
          </p:nvPr>
        </p:nvSpPr>
        <p:spPr>
          <a:xfrm>
            <a:off x="363000" y="1196659"/>
            <a:ext cx="5733000" cy="5541265"/>
          </a:xfrm>
        </p:spPr>
        <p:txBody>
          <a:bodyPr>
            <a:normAutofit fontScale="85000" lnSpcReduction="10000"/>
          </a:bodyPr>
          <a:lstStyle/>
          <a:p>
            <a:pPr algn="just"/>
            <a:r>
              <a:rPr lang="en-US" sz="2400" b="1" dirty="0"/>
              <a:t>4 structural components</a:t>
            </a:r>
          </a:p>
          <a:p>
            <a:pPr algn="just"/>
            <a:r>
              <a:rPr lang="en-US" sz="2400" b="1" dirty="0">
                <a:solidFill>
                  <a:srgbClr val="FF0000"/>
                </a:solidFill>
              </a:rPr>
              <a:t>Central processing unit (CPU): </a:t>
            </a:r>
            <a:r>
              <a:rPr lang="en-US" sz="2400" b="1" dirty="0"/>
              <a:t>Controls the operation of the computer and performs its data processing functions; often simply referred to as processor </a:t>
            </a:r>
          </a:p>
          <a:p>
            <a:pPr algn="just"/>
            <a:r>
              <a:rPr lang="en-US" sz="2400" b="1" dirty="0">
                <a:solidFill>
                  <a:srgbClr val="FF0000"/>
                </a:solidFill>
              </a:rPr>
              <a:t>Main memory</a:t>
            </a:r>
            <a:r>
              <a:rPr lang="en-US" sz="2400" b="1" dirty="0"/>
              <a:t>: Stores data. . </a:t>
            </a:r>
          </a:p>
          <a:p>
            <a:pPr algn="just"/>
            <a:r>
              <a:rPr lang="en-US" sz="2400" b="1" dirty="0">
                <a:solidFill>
                  <a:srgbClr val="FF0000"/>
                </a:solidFill>
              </a:rPr>
              <a:t>I/O:</a:t>
            </a:r>
            <a:r>
              <a:rPr lang="en-US" sz="2400" b="1" dirty="0"/>
              <a:t> Moves data between the computer and its external environment. </a:t>
            </a:r>
          </a:p>
          <a:p>
            <a:pPr algn="just"/>
            <a:r>
              <a:rPr lang="en-US" sz="2400" b="1" dirty="0">
                <a:solidFill>
                  <a:srgbClr val="FF0000"/>
                </a:solidFill>
              </a:rPr>
              <a:t>System interconnection</a:t>
            </a:r>
            <a:r>
              <a:rPr lang="en-US" sz="2400" b="1" dirty="0"/>
              <a:t>: Some mechanism that provides for communication among CPU, main memory, and I/O. A common example of system interconnection is by means of a system bus consisting of a number of conducting wires to which all the other components attach.</a:t>
            </a:r>
            <a:endParaRPr lang="en-IN" sz="2400" b="1" dirty="0"/>
          </a:p>
        </p:txBody>
      </p:sp>
      <p:pic>
        <p:nvPicPr>
          <p:cNvPr id="5" name="Picture 4">
            <a:extLst>
              <a:ext uri="{FF2B5EF4-FFF2-40B4-BE49-F238E27FC236}">
                <a16:creationId xmlns:a16="http://schemas.microsoft.com/office/drawing/2014/main" id="{D6044A25-60B9-19BA-F19F-80868BA7C992}"/>
              </a:ext>
            </a:extLst>
          </p:cNvPr>
          <p:cNvPicPr>
            <a:picLocks noChangeAspect="1"/>
          </p:cNvPicPr>
          <p:nvPr/>
        </p:nvPicPr>
        <p:blipFill>
          <a:blip r:embed="rId2"/>
          <a:stretch>
            <a:fillRect/>
          </a:stretch>
        </p:blipFill>
        <p:spPr>
          <a:xfrm>
            <a:off x="6186466" y="150395"/>
            <a:ext cx="5733000" cy="6557210"/>
          </a:xfrm>
          <a:prstGeom prst="rect">
            <a:avLst/>
          </a:prstGeom>
        </p:spPr>
      </p:pic>
    </p:spTree>
    <p:extLst>
      <p:ext uri="{BB962C8B-B14F-4D97-AF65-F5344CB8AC3E}">
        <p14:creationId xmlns:p14="http://schemas.microsoft.com/office/powerpoint/2010/main" val="3184733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7ADA166-929E-9CA6-57FA-4BDB9D58B829}"/>
              </a:ext>
            </a:extLst>
          </p:cNvPr>
          <p:cNvPicPr>
            <a:picLocks noGrp="1" noChangeAspect="1"/>
          </p:cNvPicPr>
          <p:nvPr>
            <p:ph idx="1"/>
          </p:nvPr>
        </p:nvPicPr>
        <p:blipFill>
          <a:blip r:embed="rId2"/>
          <a:stretch>
            <a:fillRect/>
          </a:stretch>
        </p:blipFill>
        <p:spPr>
          <a:xfrm>
            <a:off x="4059674" y="1299410"/>
            <a:ext cx="4670554" cy="5342021"/>
          </a:xfrm>
          <a:prstGeom prst="rect">
            <a:avLst/>
          </a:prstGeom>
        </p:spPr>
      </p:pic>
    </p:spTree>
    <p:extLst>
      <p:ext uri="{BB962C8B-B14F-4D97-AF65-F5344CB8AC3E}">
        <p14:creationId xmlns:p14="http://schemas.microsoft.com/office/powerpoint/2010/main" val="1931007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BB8BB-36D1-7646-2C87-DE3CE6E13257}"/>
              </a:ext>
            </a:extLst>
          </p:cNvPr>
          <p:cNvSpPr>
            <a:spLocks noGrp="1"/>
          </p:cNvSpPr>
          <p:nvPr>
            <p:ph type="title"/>
          </p:nvPr>
        </p:nvSpPr>
        <p:spPr>
          <a:xfrm>
            <a:off x="553452" y="178068"/>
            <a:ext cx="10890929" cy="572703"/>
          </a:xfrm>
        </p:spPr>
        <p:txBody>
          <a:bodyPr>
            <a:normAutofit fontScale="90000"/>
          </a:bodyPr>
          <a:lstStyle/>
          <a:p>
            <a:r>
              <a:rPr lang="en-US" dirty="0"/>
              <a:t>FUNCTIONAL UNITS</a:t>
            </a:r>
            <a:endParaRPr lang="en-IN" dirty="0"/>
          </a:p>
        </p:txBody>
      </p:sp>
      <p:sp>
        <p:nvSpPr>
          <p:cNvPr id="3" name="Content Placeholder 2">
            <a:extLst>
              <a:ext uri="{FF2B5EF4-FFF2-40B4-BE49-F238E27FC236}">
                <a16:creationId xmlns:a16="http://schemas.microsoft.com/office/drawing/2014/main" id="{B0982E41-00C7-5779-2A7F-FFA1F2691636}"/>
              </a:ext>
            </a:extLst>
          </p:cNvPr>
          <p:cNvSpPr>
            <a:spLocks noGrp="1"/>
          </p:cNvSpPr>
          <p:nvPr>
            <p:ph idx="1"/>
          </p:nvPr>
        </p:nvSpPr>
        <p:spPr>
          <a:xfrm>
            <a:off x="240693" y="1251857"/>
            <a:ext cx="11309050" cy="5067518"/>
          </a:xfrm>
        </p:spPr>
        <p:txBody>
          <a:bodyPr>
            <a:normAutofit/>
          </a:bodyPr>
          <a:lstStyle/>
          <a:p>
            <a:r>
              <a:rPr lang="en-US" sz="2800" dirty="0"/>
              <a:t>A computer consists of five functionally independent main parts: </a:t>
            </a:r>
          </a:p>
          <a:p>
            <a:pPr lvl="1"/>
            <a:r>
              <a:rPr lang="en-US" sz="2400" dirty="0"/>
              <a:t>input, </a:t>
            </a:r>
          </a:p>
          <a:p>
            <a:pPr lvl="1"/>
            <a:r>
              <a:rPr lang="en-US" sz="2400" dirty="0"/>
              <a:t>memory, </a:t>
            </a:r>
          </a:p>
          <a:p>
            <a:pPr lvl="1"/>
            <a:r>
              <a:rPr lang="en-US" sz="2400" dirty="0"/>
              <a:t>arithmetic and logic, </a:t>
            </a:r>
          </a:p>
          <a:p>
            <a:pPr lvl="1"/>
            <a:r>
              <a:rPr lang="en-US" sz="2400" dirty="0"/>
              <a:t>output, and </a:t>
            </a:r>
          </a:p>
          <a:p>
            <a:pPr lvl="1"/>
            <a:r>
              <a:rPr lang="en-US" sz="2400" dirty="0"/>
              <a:t>control units</a:t>
            </a:r>
            <a:endParaRPr lang="en-IN" sz="2400" dirty="0"/>
          </a:p>
        </p:txBody>
      </p:sp>
      <p:pic>
        <p:nvPicPr>
          <p:cNvPr id="5" name="Picture 4">
            <a:extLst>
              <a:ext uri="{FF2B5EF4-FFF2-40B4-BE49-F238E27FC236}">
                <a16:creationId xmlns:a16="http://schemas.microsoft.com/office/drawing/2014/main" id="{7E1B1A13-2718-3ED9-8371-3D06ED7E59FF}"/>
              </a:ext>
            </a:extLst>
          </p:cNvPr>
          <p:cNvPicPr>
            <a:picLocks noChangeAspect="1"/>
          </p:cNvPicPr>
          <p:nvPr/>
        </p:nvPicPr>
        <p:blipFill>
          <a:blip r:embed="rId2"/>
          <a:stretch>
            <a:fillRect/>
          </a:stretch>
        </p:blipFill>
        <p:spPr>
          <a:xfrm>
            <a:off x="4109535" y="1811806"/>
            <a:ext cx="7841772" cy="4694871"/>
          </a:xfrm>
          <a:prstGeom prst="rect">
            <a:avLst/>
          </a:prstGeom>
        </p:spPr>
      </p:pic>
    </p:spTree>
    <p:extLst>
      <p:ext uri="{BB962C8B-B14F-4D97-AF65-F5344CB8AC3E}">
        <p14:creationId xmlns:p14="http://schemas.microsoft.com/office/powerpoint/2010/main" val="3746965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5F64CA3-44C4-7648-A984-26EDEFC7C017}"/>
              </a:ext>
            </a:extLst>
          </p:cNvPr>
          <p:cNvPicPr>
            <a:picLocks noGrp="1" noChangeAspect="1"/>
          </p:cNvPicPr>
          <p:nvPr>
            <p:ph idx="1"/>
          </p:nvPr>
        </p:nvPicPr>
        <p:blipFill>
          <a:blip r:embed="rId2"/>
          <a:stretch>
            <a:fillRect/>
          </a:stretch>
        </p:blipFill>
        <p:spPr>
          <a:xfrm>
            <a:off x="616164" y="325892"/>
            <a:ext cx="11183950" cy="6385328"/>
          </a:xfrm>
          <a:prstGeom prst="rect">
            <a:avLst/>
          </a:prstGeom>
        </p:spPr>
      </p:pic>
    </p:spTree>
    <p:extLst>
      <p:ext uri="{BB962C8B-B14F-4D97-AF65-F5344CB8AC3E}">
        <p14:creationId xmlns:p14="http://schemas.microsoft.com/office/powerpoint/2010/main" val="575494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CD60CB3-AD09-B139-D938-B0A21ED51CAE}"/>
              </a:ext>
            </a:extLst>
          </p:cNvPr>
          <p:cNvGraphicFramePr>
            <a:graphicFrameLocks noGrp="1"/>
          </p:cNvGraphicFramePr>
          <p:nvPr>
            <p:ph idx="1"/>
            <p:extLst>
              <p:ext uri="{D42A27DB-BD31-4B8C-83A1-F6EECF244321}">
                <p14:modId xmlns:p14="http://schemas.microsoft.com/office/powerpoint/2010/main" val="606087423"/>
              </p:ext>
            </p:extLst>
          </p:nvPr>
        </p:nvGraphicFramePr>
        <p:xfrm>
          <a:off x="672253" y="114017"/>
          <a:ext cx="10464175" cy="5791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4AE7B38F-F752-0B9C-F265-E11C29F8BB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7457" y="5733746"/>
            <a:ext cx="11288486" cy="1078075"/>
          </a:xfrm>
          <a:prstGeom prst="rect">
            <a:avLst/>
          </a:prstGeom>
        </p:spPr>
      </p:pic>
    </p:spTree>
    <p:extLst>
      <p:ext uri="{BB962C8B-B14F-4D97-AF65-F5344CB8AC3E}">
        <p14:creationId xmlns:p14="http://schemas.microsoft.com/office/powerpoint/2010/main" val="2984353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6EF9A5-C08F-5562-2E59-4A1572F77F01}"/>
              </a:ext>
            </a:extLst>
          </p:cNvPr>
          <p:cNvSpPr>
            <a:spLocks noGrp="1"/>
          </p:cNvSpPr>
          <p:nvPr>
            <p:ph type="title"/>
          </p:nvPr>
        </p:nvSpPr>
        <p:spPr>
          <a:xfrm>
            <a:off x="336550" y="140261"/>
            <a:ext cx="10847494" cy="1171069"/>
          </a:xfrm>
          <a:solidFill>
            <a:schemeClr val="accent6">
              <a:lumMod val="20000"/>
              <a:lumOff val="80000"/>
            </a:schemeClr>
          </a:solidFill>
        </p:spPr>
        <p:txBody>
          <a:bodyPr anchor="t">
            <a:normAutofit/>
          </a:bodyPr>
          <a:lstStyle/>
          <a:p>
            <a:r>
              <a:rPr lang="en-US" dirty="0"/>
              <a:t>Input Unit : </a:t>
            </a:r>
            <a:r>
              <a:rPr lang="en-US" sz="2000" dirty="0"/>
              <a:t>The Input Unit is the part of a computer system that accepts coded information from external sources and converts it into a form the processor can understand.</a:t>
            </a:r>
            <a:endParaRPr lang="en-IN" dirty="0"/>
          </a:p>
        </p:txBody>
      </p:sp>
      <p:pic>
        <p:nvPicPr>
          <p:cNvPr id="5" name="Picture 4">
            <a:extLst>
              <a:ext uri="{FF2B5EF4-FFF2-40B4-BE49-F238E27FC236}">
                <a16:creationId xmlns:a16="http://schemas.microsoft.com/office/drawing/2014/main" id="{4DB91313-4392-F174-C203-96500D7C1153}"/>
              </a:ext>
            </a:extLst>
          </p:cNvPr>
          <p:cNvPicPr>
            <a:picLocks noChangeAspect="1"/>
          </p:cNvPicPr>
          <p:nvPr/>
        </p:nvPicPr>
        <p:blipFill>
          <a:blip r:embed="rId2"/>
          <a:stretch>
            <a:fillRect/>
          </a:stretch>
        </p:blipFill>
        <p:spPr>
          <a:xfrm>
            <a:off x="336550" y="1508650"/>
            <a:ext cx="6828548" cy="4558056"/>
          </a:xfrm>
          <a:prstGeom prst="rect">
            <a:avLst/>
          </a:prstGeom>
          <a:solidFill>
            <a:schemeClr val="accent2">
              <a:lumMod val="20000"/>
              <a:lumOff val="80000"/>
            </a:schemeClr>
          </a:solidFill>
        </p:spPr>
      </p:pic>
      <p:sp>
        <p:nvSpPr>
          <p:cNvPr id="3" name="Content Placeholder 2">
            <a:extLst>
              <a:ext uri="{FF2B5EF4-FFF2-40B4-BE49-F238E27FC236}">
                <a16:creationId xmlns:a16="http://schemas.microsoft.com/office/drawing/2014/main" id="{C35EC8B6-C953-A02A-2D95-9B0432F7281B}"/>
              </a:ext>
            </a:extLst>
          </p:cNvPr>
          <p:cNvSpPr>
            <a:spLocks noGrp="1"/>
          </p:cNvSpPr>
          <p:nvPr>
            <p:ph idx="1"/>
          </p:nvPr>
        </p:nvSpPr>
        <p:spPr>
          <a:xfrm>
            <a:off x="6830520" y="894088"/>
            <a:ext cx="5025354" cy="5497085"/>
          </a:xfrm>
        </p:spPr>
        <p:txBody>
          <a:bodyPr anchor="t">
            <a:normAutofit lnSpcReduction="10000"/>
          </a:bodyPr>
          <a:lstStyle/>
          <a:p>
            <a:pPr marL="0" indent="0" algn="just">
              <a:buNone/>
            </a:pPr>
            <a:r>
              <a:rPr lang="en-US" sz="1600" dirty="0"/>
              <a:t>..</a:t>
            </a:r>
          </a:p>
          <a:p>
            <a:pPr marL="0" indent="0">
              <a:buNone/>
            </a:pPr>
            <a:r>
              <a:rPr lang="en-US" sz="1600" b="1" u="sng" dirty="0"/>
              <a:t>Keyboard</a:t>
            </a:r>
          </a:p>
          <a:p>
            <a:r>
              <a:rPr lang="en-US" sz="1600" b="1" dirty="0"/>
              <a:t>Primary Function:</a:t>
            </a:r>
            <a:r>
              <a:rPr lang="en-US" sz="1600" dirty="0"/>
              <a:t> Translates keystrokes into binary code</a:t>
            </a:r>
          </a:p>
          <a:p>
            <a:r>
              <a:rPr lang="en-US" sz="1600" b="1" dirty="0"/>
              <a:t>How it works:</a:t>
            </a:r>
            <a:r>
              <a:rPr lang="en-US" sz="1600" dirty="0"/>
              <a:t> Each key press generates a specific binary pattern transmitted to the processor</a:t>
            </a:r>
          </a:p>
          <a:p>
            <a:pPr marL="0" indent="0">
              <a:buNone/>
            </a:pPr>
            <a:r>
              <a:rPr lang="en-US" sz="1600" b="1" u="sng" dirty="0"/>
              <a:t>Audio Input</a:t>
            </a:r>
          </a:p>
          <a:p>
            <a:r>
              <a:rPr lang="en-US" sz="1600" b="1" dirty="0"/>
              <a:t>Device:</a:t>
            </a:r>
            <a:r>
              <a:rPr lang="en-US" sz="1600" dirty="0"/>
              <a:t> Microphone, for storage and processing of audio</a:t>
            </a:r>
          </a:p>
          <a:p>
            <a:r>
              <a:rPr lang="en-US" sz="1600" b="1" dirty="0"/>
              <a:t>Process:</a:t>
            </a:r>
            <a:r>
              <a:rPr lang="en-US" sz="1600" dirty="0"/>
              <a:t> Captures sound → Sampling → Conversion to digital code</a:t>
            </a:r>
          </a:p>
          <a:p>
            <a:pPr marL="0" indent="0">
              <a:buNone/>
            </a:pPr>
            <a:r>
              <a:rPr lang="en-US" sz="1600" b="1" u="sng" dirty="0"/>
              <a:t>Network Input</a:t>
            </a:r>
          </a:p>
          <a:p>
            <a:r>
              <a:rPr lang="en-US" sz="1600" b="1" dirty="0"/>
              <a:t>Source:</a:t>
            </a:r>
            <a:r>
              <a:rPr lang="en-US" sz="1600" dirty="0"/>
              <a:t> Internet, other computers, database servers</a:t>
            </a:r>
          </a:p>
          <a:p>
            <a:r>
              <a:rPr lang="en-US" sz="1600" b="1" dirty="0"/>
              <a:t>Channel:</a:t>
            </a:r>
            <a:r>
              <a:rPr lang="en-US" sz="1600" dirty="0"/>
              <a:t> Digital communication facilities</a:t>
            </a:r>
          </a:p>
          <a:p>
            <a:r>
              <a:rPr lang="en-US" sz="1600" b="1" dirty="0"/>
              <a:t>Purpose:</a:t>
            </a:r>
            <a:r>
              <a:rPr lang="en-US" sz="1600" dirty="0"/>
              <a:t> Data transfer between systems</a:t>
            </a:r>
          </a:p>
          <a:p>
            <a:endParaRPr lang="en-US" sz="1600" dirty="0"/>
          </a:p>
          <a:p>
            <a:endParaRPr lang="en-US" sz="1600" dirty="0"/>
          </a:p>
          <a:p>
            <a:pPr algn="just"/>
            <a:endParaRPr lang="en-IN" sz="1600"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1432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8" name="Rectangle 17">
            <a:extLst>
              <a:ext uri="{FF2B5EF4-FFF2-40B4-BE49-F238E27FC236}">
                <a16:creationId xmlns:a16="http://schemas.microsoft.com/office/drawing/2014/main" id="{18EE42F0-2470-417A-8666-6E3266FE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9671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descr="Closeup photo of a part of a circuit board">
            <a:extLst>
              <a:ext uri="{FF2B5EF4-FFF2-40B4-BE49-F238E27FC236}">
                <a16:creationId xmlns:a16="http://schemas.microsoft.com/office/drawing/2014/main" id="{8AA7CEFD-B7AE-6392-BEFA-1E56397F16D3}"/>
              </a:ext>
            </a:extLst>
          </p:cNvPr>
          <p:cNvPicPr>
            <a:picLocks noChangeAspect="1"/>
          </p:cNvPicPr>
          <p:nvPr/>
        </p:nvPicPr>
        <p:blipFill>
          <a:blip r:embed="rId2">
            <a:alphaModFix amt="40000"/>
          </a:blip>
          <a:srcRect l="19569" r="25217"/>
          <a:stretch>
            <a:fillRect/>
          </a:stretch>
        </p:blipFill>
        <p:spPr>
          <a:xfrm>
            <a:off x="2553" y="10"/>
            <a:ext cx="5694160" cy="6857990"/>
          </a:xfrm>
          <a:prstGeom prst="rect">
            <a:avLst/>
          </a:prstGeom>
        </p:spPr>
      </p:pic>
      <p:sp>
        <p:nvSpPr>
          <p:cNvPr id="2" name="Title 1">
            <a:extLst>
              <a:ext uri="{FF2B5EF4-FFF2-40B4-BE49-F238E27FC236}">
                <a16:creationId xmlns:a16="http://schemas.microsoft.com/office/drawing/2014/main" id="{B7FE6408-9A00-ABB2-00BE-4DD55B03C77D}"/>
              </a:ext>
            </a:extLst>
          </p:cNvPr>
          <p:cNvSpPr>
            <a:spLocks noGrp="1"/>
          </p:cNvSpPr>
          <p:nvPr>
            <p:ph type="title"/>
          </p:nvPr>
        </p:nvSpPr>
        <p:spPr>
          <a:xfrm>
            <a:off x="642519" y="381005"/>
            <a:ext cx="4410744" cy="5314138"/>
          </a:xfrm>
        </p:spPr>
        <p:txBody>
          <a:bodyPr anchor="b">
            <a:normAutofit/>
          </a:bodyPr>
          <a:lstStyle/>
          <a:p>
            <a:pPr>
              <a:lnSpc>
                <a:spcPct val="90000"/>
              </a:lnSpc>
            </a:pPr>
            <a:r>
              <a:rPr lang="en-US" dirty="0">
                <a:solidFill>
                  <a:srgbClr val="FFFF00"/>
                </a:solidFill>
              </a:rPr>
              <a:t>Memory Unit : </a:t>
            </a:r>
            <a:br>
              <a:rPr lang="en-US" dirty="0">
                <a:solidFill>
                  <a:srgbClr val="FFFFFF"/>
                </a:solidFill>
              </a:rPr>
            </a:br>
            <a:r>
              <a:rPr lang="en-US" dirty="0">
                <a:solidFill>
                  <a:srgbClr val="FFFFFF"/>
                </a:solidFill>
              </a:rPr>
              <a:t>To store programs and data. </a:t>
            </a:r>
            <a:br>
              <a:rPr lang="en-US" dirty="0">
                <a:solidFill>
                  <a:srgbClr val="FFFFFF"/>
                </a:solidFill>
              </a:rPr>
            </a:br>
            <a:br>
              <a:rPr lang="en-US" dirty="0">
                <a:solidFill>
                  <a:srgbClr val="FFFFFF"/>
                </a:solidFill>
              </a:rPr>
            </a:br>
            <a:r>
              <a:rPr lang="en-US" dirty="0">
                <a:solidFill>
                  <a:srgbClr val="FFFFFF"/>
                </a:solidFill>
              </a:rPr>
              <a:t>Primary</a:t>
            </a:r>
            <a:br>
              <a:rPr lang="en-US" dirty="0">
                <a:solidFill>
                  <a:srgbClr val="FFFFFF"/>
                </a:solidFill>
              </a:rPr>
            </a:br>
            <a:r>
              <a:rPr lang="en-US" dirty="0">
                <a:solidFill>
                  <a:srgbClr val="FFFFFF"/>
                </a:solidFill>
              </a:rPr>
              <a:t>Secondary.</a:t>
            </a:r>
            <a:endParaRPr lang="en-IN" dirty="0">
              <a:solidFill>
                <a:srgbClr val="FFFFFF"/>
              </a:solidFill>
            </a:endParaRPr>
          </a:p>
        </p:txBody>
      </p:sp>
      <p:cxnSp>
        <p:nvCxnSpPr>
          <p:cNvPr id="20" name="Straight Connector 19">
            <a:extLst>
              <a:ext uri="{FF2B5EF4-FFF2-40B4-BE49-F238E27FC236}">
                <a16:creationId xmlns:a16="http://schemas.microsoft.com/office/drawing/2014/main" id="{B90DD1AA-9FC9-0AF2-B563-CA13C179F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20" y="604092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06C1F27-A284-F17E-DB9A-AAB0CC543C7C}"/>
              </a:ext>
            </a:extLst>
          </p:cNvPr>
          <p:cNvSpPr>
            <a:spLocks noGrp="1"/>
          </p:cNvSpPr>
          <p:nvPr>
            <p:ph idx="1"/>
          </p:nvPr>
        </p:nvSpPr>
        <p:spPr>
          <a:xfrm>
            <a:off x="5769430" y="527946"/>
            <a:ext cx="6072153" cy="6330054"/>
          </a:xfrm>
        </p:spPr>
        <p:txBody>
          <a:bodyPr>
            <a:normAutofit/>
          </a:bodyPr>
          <a:lstStyle/>
          <a:p>
            <a:pPr marL="0" indent="0">
              <a:lnSpc>
                <a:spcPct val="110000"/>
              </a:lnSpc>
              <a:buNone/>
            </a:pPr>
            <a:r>
              <a:rPr lang="en-IN" sz="2400" b="1" u="sng" dirty="0"/>
              <a:t>Primary Memory</a:t>
            </a:r>
          </a:p>
          <a:p>
            <a:pPr>
              <a:lnSpc>
                <a:spcPct val="110000"/>
              </a:lnSpc>
            </a:pPr>
            <a:r>
              <a:rPr lang="en-US" sz="2400" dirty="0"/>
              <a:t>Also called </a:t>
            </a:r>
            <a:r>
              <a:rPr lang="en-US" sz="2400" b="1" dirty="0"/>
              <a:t>Main Memory</a:t>
            </a:r>
            <a:r>
              <a:rPr lang="en-US" sz="2400" dirty="0"/>
              <a:t> or </a:t>
            </a:r>
            <a:r>
              <a:rPr lang="en-US" sz="2400" b="1" dirty="0"/>
              <a:t>Primary Storage</a:t>
            </a:r>
            <a:endParaRPr lang="en-US" sz="2400" dirty="0"/>
          </a:p>
          <a:p>
            <a:pPr>
              <a:lnSpc>
                <a:spcPct val="110000"/>
              </a:lnSpc>
            </a:pPr>
            <a:r>
              <a:rPr lang="en-US" sz="2400" b="1" dirty="0"/>
              <a:t>Purpose:</a:t>
            </a:r>
            <a:r>
              <a:rPr lang="en-US" sz="2400" dirty="0"/>
              <a:t> Fast, temporary storage for programs and data </a:t>
            </a:r>
            <a:r>
              <a:rPr lang="en-US" sz="2400" b="1" dirty="0"/>
              <a:t>currently being executed</a:t>
            </a:r>
            <a:r>
              <a:rPr lang="en-US" sz="2400" dirty="0"/>
              <a:t> by the processor</a:t>
            </a:r>
          </a:p>
          <a:p>
            <a:pPr>
              <a:lnSpc>
                <a:spcPct val="110000"/>
              </a:lnSpc>
            </a:pPr>
            <a:r>
              <a:rPr lang="en-US" sz="2400" b="1" dirty="0"/>
              <a:t>Key characteristic:</a:t>
            </a:r>
            <a:r>
              <a:rPr lang="en-US" sz="2400" dirty="0"/>
              <a:t> Operates at </a:t>
            </a:r>
            <a:r>
              <a:rPr lang="en-US" sz="2400" b="1" dirty="0"/>
              <a:t>electronic speeds</a:t>
            </a:r>
            <a:r>
              <a:rPr lang="en-US" sz="2400" dirty="0"/>
              <a:t> (much faster than secondary storage)</a:t>
            </a:r>
          </a:p>
          <a:p>
            <a:pPr marL="0" indent="0">
              <a:lnSpc>
                <a:spcPct val="110000"/>
              </a:lnSpc>
              <a:buNone/>
            </a:pPr>
            <a:r>
              <a:rPr lang="en-US" sz="2400" b="1" dirty="0">
                <a:highlight>
                  <a:srgbClr val="FFFF00"/>
                </a:highlight>
              </a:rPr>
              <a:t>Basic Building Block</a:t>
            </a:r>
          </a:p>
          <a:p>
            <a:pPr>
              <a:lnSpc>
                <a:spcPct val="110000"/>
              </a:lnSpc>
            </a:pPr>
            <a:r>
              <a:rPr lang="en-US" sz="2400" dirty="0"/>
              <a:t>Made of </a:t>
            </a:r>
            <a:r>
              <a:rPr lang="en-US" sz="2400" b="1" dirty="0"/>
              <a:t>semiconductor storage cells</a:t>
            </a:r>
            <a:endParaRPr lang="en-US" sz="2400" dirty="0"/>
          </a:p>
          <a:p>
            <a:pPr>
              <a:lnSpc>
                <a:spcPct val="110000"/>
              </a:lnSpc>
            </a:pPr>
            <a:r>
              <a:rPr lang="en-US" sz="2400" b="1" dirty="0"/>
              <a:t>Each cell</a:t>
            </a:r>
            <a:r>
              <a:rPr lang="en-US" sz="2400" dirty="0"/>
              <a:t> stores </a:t>
            </a:r>
            <a:r>
              <a:rPr lang="en-US" sz="2400" b="1" dirty="0"/>
              <a:t>1 bit</a:t>
            </a:r>
            <a:r>
              <a:rPr lang="en-US" sz="2400" dirty="0"/>
              <a:t> (binary digit: 0 or 1)</a:t>
            </a:r>
          </a:p>
          <a:p>
            <a:pPr marL="0" indent="0">
              <a:lnSpc>
                <a:spcPct val="110000"/>
              </a:lnSpc>
              <a:buNone/>
            </a:pPr>
            <a:r>
              <a:rPr lang="en-IN" sz="2400" b="1" dirty="0"/>
              <a:t> </a:t>
            </a:r>
          </a:p>
          <a:p>
            <a:pPr>
              <a:lnSpc>
                <a:spcPct val="110000"/>
              </a:lnSpc>
            </a:pPr>
            <a:endParaRPr lang="en-IN" sz="2400" dirty="0"/>
          </a:p>
        </p:txBody>
      </p:sp>
    </p:spTree>
    <p:extLst>
      <p:ext uri="{BB962C8B-B14F-4D97-AF65-F5344CB8AC3E}">
        <p14:creationId xmlns:p14="http://schemas.microsoft.com/office/powerpoint/2010/main" val="322610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2BA9FB0-1D5F-5832-25DF-5B92CA8EE20C}"/>
              </a:ext>
            </a:extLst>
          </p:cNvPr>
          <p:cNvSpPr>
            <a:spLocks noGrp="1"/>
          </p:cNvSpPr>
          <p:nvPr>
            <p:ph idx="1"/>
          </p:nvPr>
        </p:nvSpPr>
        <p:spPr>
          <a:xfrm>
            <a:off x="417247" y="340702"/>
            <a:ext cx="4835435" cy="6340489"/>
          </a:xfrm>
          <a:solidFill>
            <a:schemeClr val="accent2">
              <a:lumMod val="20000"/>
              <a:lumOff val="80000"/>
            </a:schemeClr>
          </a:solidFill>
        </p:spPr>
        <p:txBody>
          <a:bodyPr>
            <a:noAutofit/>
          </a:bodyPr>
          <a:lstStyle/>
          <a:p>
            <a:pPr marL="0" indent="0" algn="just">
              <a:lnSpc>
                <a:spcPct val="110000"/>
              </a:lnSpc>
              <a:buNone/>
            </a:pPr>
            <a:r>
              <a:rPr lang="en-US" b="1" dirty="0">
                <a:highlight>
                  <a:srgbClr val="FFFF00"/>
                </a:highlight>
              </a:rPr>
              <a:t>Grouping into Words</a:t>
            </a:r>
          </a:p>
          <a:p>
            <a:pPr algn="just">
              <a:lnSpc>
                <a:spcPct val="110000"/>
              </a:lnSpc>
            </a:pPr>
            <a:r>
              <a:rPr lang="en-US" dirty="0"/>
              <a:t>Cells are </a:t>
            </a:r>
            <a:r>
              <a:rPr lang="en-US" b="1" dirty="0"/>
              <a:t>rarely accessed individually</a:t>
            </a:r>
            <a:endParaRPr lang="en-US" dirty="0"/>
          </a:p>
          <a:p>
            <a:pPr algn="just">
              <a:lnSpc>
                <a:spcPct val="110000"/>
              </a:lnSpc>
            </a:pPr>
            <a:r>
              <a:rPr lang="en-US" dirty="0"/>
              <a:t>Grouped into </a:t>
            </a:r>
            <a:r>
              <a:rPr lang="en-US" b="1" dirty="0"/>
              <a:t>fixed-size words</a:t>
            </a:r>
            <a:endParaRPr lang="en-US" dirty="0"/>
          </a:p>
          <a:p>
            <a:pPr algn="just">
              <a:lnSpc>
                <a:spcPct val="110000"/>
              </a:lnSpc>
            </a:pPr>
            <a:r>
              <a:rPr lang="en-US" b="1" dirty="0"/>
              <a:t>Word:</a:t>
            </a:r>
            <a:r>
              <a:rPr lang="en-US" dirty="0"/>
              <a:t> Smallest addressable unit for storage/retrieval in one operation</a:t>
            </a:r>
          </a:p>
          <a:p>
            <a:pPr algn="just">
              <a:lnSpc>
                <a:spcPct val="110000"/>
              </a:lnSpc>
            </a:pPr>
            <a:r>
              <a:rPr lang="en-US" b="1" dirty="0"/>
              <a:t>Word length:</a:t>
            </a:r>
            <a:r>
              <a:rPr lang="en-US" dirty="0"/>
              <a:t> Number of bits per word (typically </a:t>
            </a:r>
            <a:r>
              <a:rPr lang="en-US" b="1" dirty="0"/>
              <a:t>16, 32, or 64 bits</a:t>
            </a:r>
            <a:r>
              <a:rPr lang="en-US" dirty="0"/>
              <a:t> in modern computers)</a:t>
            </a:r>
          </a:p>
          <a:p>
            <a:pPr marL="0" indent="0">
              <a:buNone/>
            </a:pPr>
            <a:r>
              <a:rPr lang="en-US" b="1" dirty="0">
                <a:highlight>
                  <a:srgbClr val="FFFF00"/>
                </a:highlight>
              </a:rPr>
              <a:t>Addressability</a:t>
            </a:r>
          </a:p>
          <a:p>
            <a:r>
              <a:rPr lang="en-US" b="1" dirty="0"/>
              <a:t>Each word</a:t>
            </a:r>
            <a:r>
              <a:rPr lang="en-US" dirty="0"/>
              <a:t> has a </a:t>
            </a:r>
            <a:r>
              <a:rPr lang="en-US" b="1" dirty="0"/>
              <a:t>unique address</a:t>
            </a:r>
            <a:endParaRPr lang="en-US" dirty="0"/>
          </a:p>
          <a:p>
            <a:r>
              <a:rPr lang="en-US" b="1" dirty="0"/>
              <a:t>Addresses</a:t>
            </a:r>
            <a:r>
              <a:rPr lang="en-US" dirty="0"/>
              <a:t> are </a:t>
            </a:r>
            <a:r>
              <a:rPr lang="en-US" b="1" dirty="0"/>
              <a:t>consecutive numbers</a:t>
            </a:r>
            <a:r>
              <a:rPr lang="en-US" dirty="0"/>
              <a:t> starting from </a:t>
            </a:r>
            <a:r>
              <a:rPr lang="en-US" b="1" dirty="0"/>
              <a:t>0</a:t>
            </a:r>
            <a:endParaRPr lang="en-US" dirty="0"/>
          </a:p>
          <a:p>
            <a:r>
              <a:rPr lang="en-US" b="1" dirty="0"/>
              <a:t>Access method:</a:t>
            </a:r>
            <a:r>
              <a:rPr lang="en-US" dirty="0"/>
              <a:t> Specify address + issue control command</a:t>
            </a:r>
          </a:p>
          <a:p>
            <a:pPr algn="just">
              <a:lnSpc>
                <a:spcPct val="110000"/>
              </a:lnSpc>
            </a:pPr>
            <a:endParaRPr lang="en-IN" dirty="0"/>
          </a:p>
        </p:txBody>
      </p:sp>
      <p:pic>
        <p:nvPicPr>
          <p:cNvPr id="5" name="Picture 4">
            <a:extLst>
              <a:ext uri="{FF2B5EF4-FFF2-40B4-BE49-F238E27FC236}">
                <a16:creationId xmlns:a16="http://schemas.microsoft.com/office/drawing/2014/main" id="{4487F991-FD8E-C47F-9A35-6305B49DBF57}"/>
              </a:ext>
            </a:extLst>
          </p:cNvPr>
          <p:cNvPicPr>
            <a:picLocks noChangeAspect="1"/>
          </p:cNvPicPr>
          <p:nvPr/>
        </p:nvPicPr>
        <p:blipFill>
          <a:blip r:embed="rId2"/>
          <a:srcRect t="1116" r="-1" b="267"/>
          <a:stretch>
            <a:fillRect/>
          </a:stretch>
        </p:blipFill>
        <p:spPr>
          <a:xfrm>
            <a:off x="6096000" y="252814"/>
            <a:ext cx="5097009" cy="4184555"/>
          </a:xfrm>
          <a:prstGeom prst="rect">
            <a:avLst/>
          </a:prstGeom>
        </p:spPr>
      </p:pic>
      <p:cxnSp>
        <p:nvCxnSpPr>
          <p:cNvPr id="12" name="Straight Connector 11">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B9FA435-1AE7-2088-C25B-D5FA003C158D}"/>
              </a:ext>
            </a:extLst>
          </p:cNvPr>
          <p:cNvSpPr txBox="1"/>
          <p:nvPr/>
        </p:nvSpPr>
        <p:spPr>
          <a:xfrm>
            <a:off x="5669929" y="4973970"/>
            <a:ext cx="6519672" cy="1631216"/>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en-US" sz="2000" dirty="0"/>
              <a:t>The time required to access one word is called </a:t>
            </a:r>
            <a:r>
              <a:rPr lang="en-US" sz="2000" b="1" dirty="0"/>
              <a:t>the memory access time</a:t>
            </a:r>
            <a:r>
              <a:rPr lang="en-US" sz="2000" dirty="0"/>
              <a:t>. </a:t>
            </a:r>
          </a:p>
          <a:p>
            <a:pPr marL="285750" indent="-285750">
              <a:buFont typeface="Arial" panose="020B0604020202020204" pitchFamily="34" charset="0"/>
              <a:buChar char="•"/>
            </a:pPr>
            <a:r>
              <a:rPr lang="en-US" sz="2000" dirty="0"/>
              <a:t>This time is independent of the location of the word being accessed (</a:t>
            </a:r>
            <a:r>
              <a:rPr lang="en-US" sz="2000" dirty="0" err="1"/>
              <a:t>upto</a:t>
            </a:r>
            <a:r>
              <a:rPr lang="en-US" sz="2000" dirty="0"/>
              <a:t> about 100 ns for current RAM units.).</a:t>
            </a:r>
            <a:endParaRPr lang="en-IN" sz="2000" dirty="0"/>
          </a:p>
        </p:txBody>
      </p:sp>
    </p:spTree>
    <p:extLst>
      <p:ext uri="{BB962C8B-B14F-4D97-AF65-F5344CB8AC3E}">
        <p14:creationId xmlns:p14="http://schemas.microsoft.com/office/powerpoint/2010/main" val="4277328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7BC60B4-30FC-E80C-4253-6F492BA8FA8A}"/>
              </a:ext>
            </a:extLst>
          </p:cNvPr>
          <p:cNvPicPr>
            <a:picLocks noGrp="1" noChangeAspect="1"/>
          </p:cNvPicPr>
          <p:nvPr>
            <p:ph idx="1"/>
          </p:nvPr>
        </p:nvPicPr>
        <p:blipFill>
          <a:blip r:embed="rId2"/>
          <a:srcRect t="1116" r="-1" b="267"/>
          <a:stretch>
            <a:fillRect/>
          </a:stretch>
        </p:blipFill>
        <p:spPr>
          <a:xfrm>
            <a:off x="1621969" y="-261888"/>
            <a:ext cx="9285515" cy="7619290"/>
          </a:xfrm>
          <a:prstGeom prst="rect">
            <a:avLst/>
          </a:prstGeom>
        </p:spPr>
      </p:pic>
    </p:spTree>
    <p:extLst>
      <p:ext uri="{BB962C8B-B14F-4D97-AF65-F5344CB8AC3E}">
        <p14:creationId xmlns:p14="http://schemas.microsoft.com/office/powerpoint/2010/main" val="2761206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C972DE-8982-76D1-DAF6-68DD96DDA697}"/>
              </a:ext>
            </a:extLst>
          </p:cNvPr>
          <p:cNvSpPr>
            <a:spLocks noGrp="1"/>
          </p:cNvSpPr>
          <p:nvPr>
            <p:ph type="title"/>
          </p:nvPr>
        </p:nvSpPr>
        <p:spPr>
          <a:xfrm>
            <a:off x="476795" y="208564"/>
            <a:ext cx="5934891" cy="474477"/>
          </a:xfrm>
        </p:spPr>
        <p:txBody>
          <a:bodyPr anchor="t">
            <a:normAutofit fontScale="90000"/>
          </a:bodyPr>
          <a:lstStyle/>
          <a:p>
            <a:r>
              <a:rPr lang="en-US" sz="3600" dirty="0"/>
              <a:t>Cache Memory</a:t>
            </a:r>
            <a:endParaRPr lang="en-IN" sz="3600" dirty="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98286B3-7C8B-75C3-8978-269380C425C9}"/>
              </a:ext>
            </a:extLst>
          </p:cNvPr>
          <p:cNvGraphicFramePr>
            <a:graphicFrameLocks noGrp="1"/>
          </p:cNvGraphicFramePr>
          <p:nvPr>
            <p:ph idx="1"/>
            <p:extLst>
              <p:ext uri="{D42A27DB-BD31-4B8C-83A1-F6EECF244321}">
                <p14:modId xmlns:p14="http://schemas.microsoft.com/office/powerpoint/2010/main" val="1851356331"/>
              </p:ext>
            </p:extLst>
          </p:nvPr>
        </p:nvGraphicFramePr>
        <p:xfrm>
          <a:off x="672253" y="891605"/>
          <a:ext cx="11029890" cy="5381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2145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87119C-5F14-13B0-7C05-DADBA883EE34}"/>
              </a:ext>
            </a:extLst>
          </p:cNvPr>
          <p:cNvSpPr>
            <a:spLocks noGrp="1"/>
          </p:cNvSpPr>
          <p:nvPr>
            <p:ph idx="1"/>
          </p:nvPr>
        </p:nvSpPr>
        <p:spPr>
          <a:xfrm>
            <a:off x="411481" y="4130270"/>
            <a:ext cx="11011057" cy="2511622"/>
          </a:xfrm>
        </p:spPr>
        <p:txBody>
          <a:bodyPr>
            <a:normAutofit lnSpcReduction="10000"/>
          </a:bodyPr>
          <a:lstStyle/>
          <a:p>
            <a:r>
              <a:rPr lang="en-US" dirty="0"/>
              <a:t>At the start of program execution, the cache is empty. </a:t>
            </a:r>
          </a:p>
          <a:p>
            <a:r>
              <a:rPr lang="en-US" dirty="0"/>
              <a:t>All program instructions and any required data are stored in the main memory. </a:t>
            </a:r>
          </a:p>
          <a:p>
            <a:r>
              <a:rPr lang="en-US" dirty="0"/>
              <a:t>As execution proceeds, instructions are fetched into the processor chip, and a copy of each is placed in the cache. </a:t>
            </a:r>
          </a:p>
          <a:p>
            <a:r>
              <a:rPr lang="en-US" dirty="0"/>
              <a:t>When the execution of an instruction requires data located in the main memory, the data are fetched, and copies are also placed in the cache.</a:t>
            </a:r>
            <a:endParaRPr lang="en-IN" dirty="0"/>
          </a:p>
        </p:txBody>
      </p:sp>
      <p:pic>
        <p:nvPicPr>
          <p:cNvPr id="4" name="Picture 3">
            <a:extLst>
              <a:ext uri="{FF2B5EF4-FFF2-40B4-BE49-F238E27FC236}">
                <a16:creationId xmlns:a16="http://schemas.microsoft.com/office/drawing/2014/main" id="{0EDE84DD-857A-4339-40BF-C3C1771E1710}"/>
              </a:ext>
            </a:extLst>
          </p:cNvPr>
          <p:cNvPicPr>
            <a:picLocks noChangeAspect="1"/>
          </p:cNvPicPr>
          <p:nvPr/>
        </p:nvPicPr>
        <p:blipFill>
          <a:blip r:embed="rId2"/>
          <a:stretch>
            <a:fillRect/>
          </a:stretch>
        </p:blipFill>
        <p:spPr>
          <a:xfrm>
            <a:off x="511629" y="0"/>
            <a:ext cx="9974736" cy="4130270"/>
          </a:xfrm>
          <a:prstGeom prst="rect">
            <a:avLst/>
          </a:prstGeom>
        </p:spPr>
      </p:pic>
    </p:spTree>
    <p:extLst>
      <p:ext uri="{BB962C8B-B14F-4D97-AF65-F5344CB8AC3E}">
        <p14:creationId xmlns:p14="http://schemas.microsoft.com/office/powerpoint/2010/main" val="1101814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0EE333-924C-25B2-48ED-D5034A2B0F47}"/>
              </a:ext>
            </a:extLst>
          </p:cNvPr>
          <p:cNvSpPr>
            <a:spLocks noGrp="1"/>
          </p:cNvSpPr>
          <p:nvPr>
            <p:ph idx="1"/>
          </p:nvPr>
        </p:nvSpPr>
        <p:spPr>
          <a:xfrm>
            <a:off x="261258" y="339047"/>
            <a:ext cx="5834742" cy="6323010"/>
          </a:xfrm>
        </p:spPr>
        <p:txBody>
          <a:bodyPr/>
          <a:lstStyle/>
          <a:p>
            <a:pPr marL="0" indent="0" algn="just">
              <a:buNone/>
            </a:pPr>
            <a:r>
              <a:rPr lang="en-US" sz="3600" b="1" dirty="0"/>
              <a:t>Secondary Storage </a:t>
            </a:r>
          </a:p>
          <a:p>
            <a:pPr algn="just"/>
            <a:r>
              <a:rPr lang="en-US" dirty="0"/>
              <a:t>Although primary memory is essential, it tends to be expensive and does not retain information when power is turned off (Volatile). </a:t>
            </a:r>
          </a:p>
          <a:p>
            <a:pPr algn="just"/>
            <a:r>
              <a:rPr lang="en-US" sz="2400" b="1" dirty="0"/>
              <a:t>Less expensive, permanent secondary storage </a:t>
            </a:r>
            <a:r>
              <a:rPr lang="en-US" dirty="0"/>
              <a:t>is used when large amounts of data and many programs have to be stored, particularly for information that is accessed infrequently. </a:t>
            </a:r>
          </a:p>
          <a:p>
            <a:pPr algn="just"/>
            <a:r>
              <a:rPr lang="en-US" dirty="0"/>
              <a:t>Access times for secondary storage are longer than for primary memory.</a:t>
            </a:r>
          </a:p>
          <a:p>
            <a:pPr algn="just"/>
            <a:r>
              <a:rPr lang="en-US" dirty="0"/>
              <a:t>Magnetic disks, optical disks (DVD and CD), and flash memory devices.</a:t>
            </a:r>
            <a:endParaRPr lang="en-IN" dirty="0"/>
          </a:p>
        </p:txBody>
      </p:sp>
      <p:pic>
        <p:nvPicPr>
          <p:cNvPr id="4" name="Picture 3">
            <a:extLst>
              <a:ext uri="{FF2B5EF4-FFF2-40B4-BE49-F238E27FC236}">
                <a16:creationId xmlns:a16="http://schemas.microsoft.com/office/drawing/2014/main" id="{58A34CF5-BBD3-088A-1CA5-65D850D89F10}"/>
              </a:ext>
            </a:extLst>
          </p:cNvPr>
          <p:cNvPicPr>
            <a:picLocks noChangeAspect="1"/>
          </p:cNvPicPr>
          <p:nvPr/>
        </p:nvPicPr>
        <p:blipFill>
          <a:blip r:embed="rId2"/>
          <a:stretch>
            <a:fillRect/>
          </a:stretch>
        </p:blipFill>
        <p:spPr>
          <a:xfrm>
            <a:off x="6215743" y="1508466"/>
            <a:ext cx="5976257" cy="3984171"/>
          </a:xfrm>
          <a:prstGeom prst="rect">
            <a:avLst/>
          </a:prstGeom>
        </p:spPr>
      </p:pic>
    </p:spTree>
    <p:extLst>
      <p:ext uri="{BB962C8B-B14F-4D97-AF65-F5344CB8AC3E}">
        <p14:creationId xmlns:p14="http://schemas.microsoft.com/office/powerpoint/2010/main" val="1895429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79F12-7D30-DAAD-0E72-92BFFC826101}"/>
              </a:ext>
            </a:extLst>
          </p:cNvPr>
          <p:cNvSpPr>
            <a:spLocks noGrp="1"/>
          </p:cNvSpPr>
          <p:nvPr>
            <p:ph type="title"/>
          </p:nvPr>
        </p:nvSpPr>
        <p:spPr>
          <a:xfrm>
            <a:off x="650535" y="333516"/>
            <a:ext cx="10890929" cy="649704"/>
          </a:xfrm>
        </p:spPr>
        <p:txBody>
          <a:bodyPr>
            <a:normAutofit fontScale="90000"/>
          </a:bodyPr>
          <a:lstStyle/>
          <a:p>
            <a:r>
              <a:rPr lang="en-US" dirty="0"/>
              <a:t>Arithmetic and Logic Unit</a:t>
            </a:r>
            <a:endParaRPr lang="en-IN" dirty="0"/>
          </a:p>
        </p:txBody>
      </p:sp>
      <p:sp>
        <p:nvSpPr>
          <p:cNvPr id="3" name="Content Placeholder 2">
            <a:extLst>
              <a:ext uri="{FF2B5EF4-FFF2-40B4-BE49-F238E27FC236}">
                <a16:creationId xmlns:a16="http://schemas.microsoft.com/office/drawing/2014/main" id="{17FACF0E-EB72-41DE-7EC5-81A5F982C2CA}"/>
              </a:ext>
            </a:extLst>
          </p:cNvPr>
          <p:cNvSpPr>
            <a:spLocks noGrp="1"/>
          </p:cNvSpPr>
          <p:nvPr>
            <p:ph idx="1"/>
          </p:nvPr>
        </p:nvSpPr>
        <p:spPr>
          <a:xfrm>
            <a:off x="138907" y="1153450"/>
            <a:ext cx="6109493" cy="5371034"/>
          </a:xfrm>
        </p:spPr>
        <p:txBody>
          <a:bodyPr>
            <a:normAutofit/>
          </a:bodyPr>
          <a:lstStyle/>
          <a:p>
            <a:pPr algn="just"/>
            <a:r>
              <a:rPr lang="en-US" dirty="0"/>
              <a:t>For example, if two numbers located in the memory are to be added, they are brought into the processor, and the addition is carried out by the ALU. The sum may then be stored in the memory or retained in the processor for immediate use. </a:t>
            </a:r>
          </a:p>
          <a:p>
            <a:pPr algn="just"/>
            <a:r>
              <a:rPr lang="en-US" dirty="0"/>
              <a:t>When operands are brought into the processor, they are stored in high-speed storage elements called registers. </a:t>
            </a:r>
          </a:p>
          <a:p>
            <a:pPr algn="just"/>
            <a:r>
              <a:rPr lang="en-US" dirty="0"/>
              <a:t>Each register can store one word of data. </a:t>
            </a:r>
          </a:p>
          <a:p>
            <a:pPr algn="just"/>
            <a:r>
              <a:rPr lang="en-US" dirty="0"/>
              <a:t>Access times to registers are even shorter than access times to the cache unit on the processor chip.</a:t>
            </a:r>
            <a:endParaRPr lang="en-IN" dirty="0"/>
          </a:p>
        </p:txBody>
      </p:sp>
      <p:pic>
        <p:nvPicPr>
          <p:cNvPr id="5" name="Picture 4">
            <a:extLst>
              <a:ext uri="{FF2B5EF4-FFF2-40B4-BE49-F238E27FC236}">
                <a16:creationId xmlns:a16="http://schemas.microsoft.com/office/drawing/2014/main" id="{00649CB3-2D20-850C-08EF-E220994EC10F}"/>
              </a:ext>
            </a:extLst>
          </p:cNvPr>
          <p:cNvPicPr>
            <a:picLocks noChangeAspect="1"/>
          </p:cNvPicPr>
          <p:nvPr/>
        </p:nvPicPr>
        <p:blipFill>
          <a:blip r:embed="rId2"/>
          <a:stretch>
            <a:fillRect/>
          </a:stretch>
        </p:blipFill>
        <p:spPr>
          <a:xfrm>
            <a:off x="6452394" y="1562100"/>
            <a:ext cx="5600699" cy="3733799"/>
          </a:xfrm>
          <a:prstGeom prst="rect">
            <a:avLst/>
          </a:prstGeom>
        </p:spPr>
      </p:pic>
    </p:spTree>
    <p:extLst>
      <p:ext uri="{BB962C8B-B14F-4D97-AF65-F5344CB8AC3E}">
        <p14:creationId xmlns:p14="http://schemas.microsoft.com/office/powerpoint/2010/main" val="3838890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79EBE-E2F2-BFE9-0618-7D1DE223B406}"/>
              </a:ext>
            </a:extLst>
          </p:cNvPr>
          <p:cNvSpPr>
            <a:spLocks noGrp="1"/>
          </p:cNvSpPr>
          <p:nvPr>
            <p:ph type="title"/>
          </p:nvPr>
        </p:nvSpPr>
        <p:spPr>
          <a:xfrm>
            <a:off x="543827" y="285389"/>
            <a:ext cx="2950144" cy="745957"/>
          </a:xfrm>
        </p:spPr>
        <p:txBody>
          <a:bodyPr/>
          <a:lstStyle/>
          <a:p>
            <a:r>
              <a:rPr lang="en-US" dirty="0"/>
              <a:t>Output Unit</a:t>
            </a:r>
            <a:endParaRPr lang="en-IN" dirty="0"/>
          </a:p>
        </p:txBody>
      </p:sp>
      <p:sp>
        <p:nvSpPr>
          <p:cNvPr id="3" name="Content Placeholder 2">
            <a:extLst>
              <a:ext uri="{FF2B5EF4-FFF2-40B4-BE49-F238E27FC236}">
                <a16:creationId xmlns:a16="http://schemas.microsoft.com/office/drawing/2014/main" id="{9CA75154-22CC-A27B-E859-2ACEF40A4F36}"/>
              </a:ext>
            </a:extLst>
          </p:cNvPr>
          <p:cNvSpPr>
            <a:spLocks noGrp="1"/>
          </p:cNvSpPr>
          <p:nvPr>
            <p:ph idx="1"/>
          </p:nvPr>
        </p:nvSpPr>
        <p:spPr>
          <a:xfrm>
            <a:off x="640079" y="1164658"/>
            <a:ext cx="11225350" cy="2397654"/>
          </a:xfrm>
        </p:spPr>
        <p:txBody>
          <a:bodyPr>
            <a:normAutofit/>
          </a:bodyPr>
          <a:lstStyle/>
          <a:p>
            <a:r>
              <a:rPr lang="en-US" dirty="0"/>
              <a:t>Computers represent information in a specific binary form. </a:t>
            </a:r>
          </a:p>
          <a:p>
            <a:pPr marL="0" indent="0">
              <a:buNone/>
            </a:pPr>
            <a:r>
              <a:rPr lang="en-US" dirty="0"/>
              <a:t>Output units:-</a:t>
            </a:r>
          </a:p>
          <a:p>
            <a:r>
              <a:rPr lang="en-US" dirty="0"/>
              <a:t> Interface with output devices</a:t>
            </a:r>
          </a:p>
          <a:p>
            <a:r>
              <a:rPr lang="en-US" dirty="0"/>
              <a:t>Accept processed results provided by the computer in specific binary form</a:t>
            </a:r>
          </a:p>
          <a:p>
            <a:r>
              <a:rPr lang="en-US" dirty="0"/>
              <a:t>Convert the information in binary form to a form understood by an output device. </a:t>
            </a:r>
            <a:endParaRPr lang="en-IN" dirty="0"/>
          </a:p>
        </p:txBody>
      </p:sp>
      <p:pic>
        <p:nvPicPr>
          <p:cNvPr id="5" name="Picture 4">
            <a:extLst>
              <a:ext uri="{FF2B5EF4-FFF2-40B4-BE49-F238E27FC236}">
                <a16:creationId xmlns:a16="http://schemas.microsoft.com/office/drawing/2014/main" id="{031EA5BC-A1ED-0250-8D8F-14EC86DF93F3}"/>
              </a:ext>
            </a:extLst>
          </p:cNvPr>
          <p:cNvPicPr>
            <a:picLocks noChangeAspect="1"/>
          </p:cNvPicPr>
          <p:nvPr/>
        </p:nvPicPr>
        <p:blipFill>
          <a:blip r:embed="rId2"/>
          <a:stretch>
            <a:fillRect/>
          </a:stretch>
        </p:blipFill>
        <p:spPr>
          <a:xfrm>
            <a:off x="2323696" y="3562312"/>
            <a:ext cx="7239808" cy="3293519"/>
          </a:xfrm>
          <a:prstGeom prst="rect">
            <a:avLst/>
          </a:prstGeom>
        </p:spPr>
      </p:pic>
    </p:spTree>
    <p:extLst>
      <p:ext uri="{BB962C8B-B14F-4D97-AF65-F5344CB8AC3E}">
        <p14:creationId xmlns:p14="http://schemas.microsoft.com/office/powerpoint/2010/main" val="922216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DA6C8-AEB3-0A32-7FD8-76A40F946496}"/>
              </a:ext>
            </a:extLst>
          </p:cNvPr>
          <p:cNvSpPr>
            <a:spLocks noGrp="1"/>
          </p:cNvSpPr>
          <p:nvPr>
            <p:ph type="title"/>
          </p:nvPr>
        </p:nvSpPr>
        <p:spPr>
          <a:xfrm>
            <a:off x="553452" y="264695"/>
            <a:ext cx="10890929" cy="601578"/>
          </a:xfrm>
        </p:spPr>
        <p:txBody>
          <a:bodyPr>
            <a:normAutofit fontScale="90000"/>
          </a:bodyPr>
          <a:lstStyle/>
          <a:p>
            <a:r>
              <a:rPr lang="en-US" dirty="0"/>
              <a:t>Control Unit</a:t>
            </a:r>
            <a:endParaRPr lang="en-IN" dirty="0"/>
          </a:p>
        </p:txBody>
      </p:sp>
      <p:sp>
        <p:nvSpPr>
          <p:cNvPr id="3" name="Content Placeholder 2">
            <a:extLst>
              <a:ext uri="{FF2B5EF4-FFF2-40B4-BE49-F238E27FC236}">
                <a16:creationId xmlns:a16="http://schemas.microsoft.com/office/drawing/2014/main" id="{A4401B4C-DDE6-1EBF-F374-EDD136DFAEEE}"/>
              </a:ext>
            </a:extLst>
          </p:cNvPr>
          <p:cNvSpPr>
            <a:spLocks noGrp="1"/>
          </p:cNvSpPr>
          <p:nvPr>
            <p:ph idx="1"/>
          </p:nvPr>
        </p:nvSpPr>
        <p:spPr>
          <a:xfrm>
            <a:off x="640080" y="1203159"/>
            <a:ext cx="10890928" cy="4996474"/>
          </a:xfrm>
        </p:spPr>
        <p:txBody>
          <a:bodyPr>
            <a:normAutofit lnSpcReduction="10000"/>
          </a:bodyPr>
          <a:lstStyle/>
          <a:p>
            <a:r>
              <a:rPr lang="en-US" sz="2400" dirty="0"/>
              <a:t>The memory, arithmetic and logic, and I/O units store and process information and perform input and output operations. </a:t>
            </a:r>
          </a:p>
          <a:p>
            <a:r>
              <a:rPr lang="en-US" sz="2400" dirty="0"/>
              <a:t>The operation of these units must be coordinated in some way. </a:t>
            </a:r>
          </a:p>
          <a:p>
            <a:r>
              <a:rPr lang="en-US" sz="2400" dirty="0"/>
              <a:t>This is the responsibility of the control unit. </a:t>
            </a:r>
          </a:p>
          <a:p>
            <a:r>
              <a:rPr lang="en-US" sz="2400" dirty="0"/>
              <a:t>The control unit is effectively the nerve center that sends control signals to other units and senses their states.</a:t>
            </a:r>
          </a:p>
          <a:p>
            <a:r>
              <a:rPr lang="en-US" sz="2400" dirty="0"/>
              <a:t>Instructions control </a:t>
            </a:r>
            <a:r>
              <a:rPr lang="en-US" sz="2400" b="1" dirty="0"/>
              <a:t>“what” operations take place </a:t>
            </a:r>
            <a:r>
              <a:rPr lang="en-US" sz="2400" dirty="0"/>
              <a:t>(e.g. data transfer, processing). </a:t>
            </a:r>
          </a:p>
          <a:p>
            <a:r>
              <a:rPr lang="en-US" sz="2400" dirty="0"/>
              <a:t>Control unit generates </a:t>
            </a:r>
            <a:r>
              <a:rPr lang="en-US" sz="2400" b="1" dirty="0"/>
              <a:t>timing signals </a:t>
            </a:r>
            <a:r>
              <a:rPr lang="en-US" sz="2400" dirty="0"/>
              <a:t>which determines “</a:t>
            </a:r>
            <a:r>
              <a:rPr lang="en-US" sz="2400" b="1" dirty="0"/>
              <a:t>when” a particular operation takes place. </a:t>
            </a:r>
            <a:endParaRPr lang="en-IN" sz="2400" b="1" dirty="0"/>
          </a:p>
        </p:txBody>
      </p:sp>
    </p:spTree>
    <p:extLst>
      <p:ext uri="{BB962C8B-B14F-4D97-AF65-F5344CB8AC3E}">
        <p14:creationId xmlns:p14="http://schemas.microsoft.com/office/powerpoint/2010/main" val="1373008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93B032-434D-E2C3-5853-8566770D61A1}"/>
              </a:ext>
            </a:extLst>
          </p:cNvPr>
          <p:cNvSpPr>
            <a:spLocks noGrp="1"/>
          </p:cNvSpPr>
          <p:nvPr>
            <p:ph idx="1"/>
          </p:nvPr>
        </p:nvSpPr>
        <p:spPr/>
        <p:txBody>
          <a:bodyPr>
            <a:normAutofit/>
          </a:bodyPr>
          <a:lstStyle/>
          <a:p>
            <a:pPr marL="0" indent="0" algn="ctr">
              <a:buNone/>
            </a:pPr>
            <a:r>
              <a:rPr lang="en-US" sz="6600" dirty="0">
                <a:latin typeface="Modern Love" panose="04090805081005020601" pitchFamily="82" charset="0"/>
              </a:rPr>
              <a:t>Thankyou</a:t>
            </a:r>
            <a:endParaRPr lang="en-IN" sz="6600" dirty="0">
              <a:latin typeface="Modern Love" panose="04090805081005020601" pitchFamily="82" charset="0"/>
            </a:endParaRPr>
          </a:p>
        </p:txBody>
      </p:sp>
    </p:spTree>
    <p:extLst>
      <p:ext uri="{BB962C8B-B14F-4D97-AF65-F5344CB8AC3E}">
        <p14:creationId xmlns:p14="http://schemas.microsoft.com/office/powerpoint/2010/main" val="11809354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8302</TotalTime>
  <Words>1903</Words>
  <Application>Microsoft Office PowerPoint</Application>
  <PresentationFormat>Widescreen</PresentationFormat>
  <Paragraphs>175</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Grandview Display</vt:lpstr>
      <vt:lpstr>Modern Love</vt:lpstr>
      <vt:lpstr>DashVTI</vt:lpstr>
      <vt:lpstr>Computer Organization &amp; Architecture</vt:lpstr>
      <vt:lpstr>COURSE OUTCOME</vt:lpstr>
      <vt:lpstr>MODULE 1 : </vt:lpstr>
      <vt:lpstr>PowerPoint Presentation</vt:lpstr>
      <vt:lpstr>PowerPoint Presentation</vt:lpstr>
      <vt:lpstr>The Analogy: Building a House </vt:lpstr>
      <vt:lpstr>PowerPoint Presentation</vt:lpstr>
      <vt:lpstr>COMPUTER ARCHITECTURE</vt:lpstr>
      <vt:lpstr>COMPUTER ORGANIZATION</vt:lpstr>
      <vt:lpstr>PowerPoint Presentation</vt:lpstr>
      <vt:lpstr>PowerPoint Presentation</vt:lpstr>
      <vt:lpstr>PowerPoint Presentation</vt:lpstr>
      <vt:lpstr>PowerPoint Presentation</vt:lpstr>
      <vt:lpstr>Structure and Function</vt:lpstr>
      <vt:lpstr>PowerPoint Presentation</vt:lpstr>
      <vt:lpstr>Functions : There are only four basic functions that a computer can perform:  </vt:lpstr>
      <vt:lpstr>Structure</vt:lpstr>
      <vt:lpstr>PowerPoint Presentation</vt:lpstr>
      <vt:lpstr>FUNCTIONAL UNITS</vt:lpstr>
      <vt:lpstr>PowerPoint Presentation</vt:lpstr>
      <vt:lpstr>PowerPoint Presentation</vt:lpstr>
      <vt:lpstr>Input Unit : The Input Unit is the part of a computer system that accepts coded information from external sources and converts it into a form the processor can understand.</vt:lpstr>
      <vt:lpstr>Memory Unit :  To store programs and data.   Primary Secondary.</vt:lpstr>
      <vt:lpstr>PowerPoint Presentation</vt:lpstr>
      <vt:lpstr>PowerPoint Presentation</vt:lpstr>
      <vt:lpstr>Cache Memory</vt:lpstr>
      <vt:lpstr>PowerPoint Presentation</vt:lpstr>
      <vt:lpstr>PowerPoint Presentation</vt:lpstr>
      <vt:lpstr>Arithmetic and Logic Unit</vt:lpstr>
      <vt:lpstr>Output Unit</vt:lpstr>
      <vt:lpstr>Control Unit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DHANYA P G</dc:creator>
  <cp:lastModifiedBy>DHANYA P G</cp:lastModifiedBy>
  <cp:revision>1</cp:revision>
  <dcterms:created xsi:type="dcterms:W3CDTF">2025-11-20T14:23:29Z</dcterms:created>
  <dcterms:modified xsi:type="dcterms:W3CDTF">2025-12-09T06:15:50Z</dcterms:modified>
</cp:coreProperties>
</file>