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66" r:id="rId15"/>
    <p:sldId id="267" r:id="rId16"/>
    <p:sldId id="271" r:id="rId17"/>
    <p:sldId id="291" r:id="rId18"/>
    <p:sldId id="305" r:id="rId19"/>
    <p:sldId id="306" r:id="rId20"/>
    <p:sldId id="294" r:id="rId21"/>
    <p:sldId id="295" r:id="rId22"/>
    <p:sldId id="297" r:id="rId23"/>
    <p:sldId id="292" r:id="rId24"/>
    <p:sldId id="298" r:id="rId25"/>
    <p:sldId id="308" r:id="rId26"/>
    <p:sldId id="303" r:id="rId27"/>
    <p:sldId id="304" r:id="rId28"/>
    <p:sldId id="30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D37BA4-0248-46DE-A2BC-5F8141A69C64}" v="83" dt="2025-12-31T03:13:09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YA P G" userId="73d2de28e2edb29c" providerId="LiveId" clId="{8DF766A0-08F5-4AC7-8AC9-C544E3ECA56B}"/>
    <pc:docChg chg="undo custSel addSld delSld modSld sldOrd addMainMaster delMainMaster modMainMaster">
      <pc:chgData name="DHANYA P G" userId="73d2de28e2edb29c" providerId="LiveId" clId="{8DF766A0-08F5-4AC7-8AC9-C544E3ECA56B}" dt="2025-12-31T03:13:09.175" v="1165" actId="14100"/>
      <pc:docMkLst>
        <pc:docMk/>
      </pc:docMkLst>
      <pc:sldChg chg="addSp delSp modSp add mod setBg addAnim delDesignElem">
        <pc:chgData name="DHANYA P G" userId="73d2de28e2edb29c" providerId="LiveId" clId="{8DF766A0-08F5-4AC7-8AC9-C544E3ECA56B}" dt="2025-12-29T03:17:44.276" v="1101" actId="1076"/>
        <pc:sldMkLst>
          <pc:docMk/>
          <pc:sldMk cId="1871462358" sldId="256"/>
        </pc:sldMkLst>
        <pc:spChg chg="mod">
          <ac:chgData name="DHANYA P G" userId="73d2de28e2edb29c" providerId="LiveId" clId="{8DF766A0-08F5-4AC7-8AC9-C544E3ECA56B}" dt="2025-12-28T16:56:58.485" v="542" actId="26606"/>
          <ac:spMkLst>
            <pc:docMk/>
            <pc:sldMk cId="1871462358" sldId="256"/>
            <ac:spMk id="2" creationId="{0C59751C-D8DD-E120-81A8-CE22FE49D8FC}"/>
          </ac:spMkLst>
        </pc:spChg>
        <pc:spChg chg="mod">
          <ac:chgData name="DHANYA P G" userId="73d2de28e2edb29c" providerId="LiveId" clId="{8DF766A0-08F5-4AC7-8AC9-C544E3ECA56B}" dt="2025-12-29T03:17:44.276" v="1101" actId="1076"/>
          <ac:spMkLst>
            <pc:docMk/>
            <pc:sldMk cId="1871462358" sldId="256"/>
            <ac:spMk id="3" creationId="{9892CE3B-BF71-39BB-C346-AA7531C1D229}"/>
          </ac:spMkLst>
        </pc:spChg>
        <pc:spChg chg="add">
          <ac:chgData name="DHANYA P G" userId="73d2de28e2edb29c" providerId="LiveId" clId="{8DF766A0-08F5-4AC7-8AC9-C544E3ECA56B}" dt="2025-12-28T16:56:58.485" v="542" actId="26606"/>
          <ac:spMkLst>
            <pc:docMk/>
            <pc:sldMk cId="1871462358" sldId="256"/>
            <ac:spMk id="6" creationId="{812CB9FF-7D0E-C6EE-FD1E-5414C1C2FEB3}"/>
          </ac:spMkLst>
        </pc:spChg>
        <pc:spChg chg="add">
          <ac:chgData name="DHANYA P G" userId="73d2de28e2edb29c" providerId="LiveId" clId="{8DF766A0-08F5-4AC7-8AC9-C544E3ECA56B}" dt="2025-12-28T16:56:58.485" v="542" actId="26606"/>
          <ac:spMkLst>
            <pc:docMk/>
            <pc:sldMk cId="1871462358" sldId="256"/>
            <ac:spMk id="7" creationId="{E4AF4B06-53F0-C847-8C21-2E98F1814642}"/>
          </ac:spMkLst>
        </pc:spChg>
        <pc:spChg chg="add">
          <ac:chgData name="DHANYA P G" userId="73d2de28e2edb29c" providerId="LiveId" clId="{8DF766A0-08F5-4AC7-8AC9-C544E3ECA56B}" dt="2025-12-28T16:56:58.485" v="542" actId="26606"/>
          <ac:spMkLst>
            <pc:docMk/>
            <pc:sldMk cId="1871462358" sldId="256"/>
            <ac:spMk id="8" creationId="{7F70A2C4-3347-EF31-F002-FB70BCCF4497}"/>
          </ac:spMkLst>
        </pc:spChg>
        <pc:picChg chg="mod">
          <ac:chgData name="DHANYA P G" userId="73d2de28e2edb29c" providerId="LiveId" clId="{8DF766A0-08F5-4AC7-8AC9-C544E3ECA56B}" dt="2025-12-28T16:56:58.485" v="542" actId="26606"/>
          <ac:picMkLst>
            <pc:docMk/>
            <pc:sldMk cId="1871462358" sldId="256"/>
            <ac:picMk id="4" creationId="{9FEC13DF-9935-724B-AF95-C3B61B9EB78B}"/>
          </ac:picMkLst>
        </pc:picChg>
      </pc:sldChg>
      <pc:sldChg chg="modSp new mod setBg">
        <pc:chgData name="DHANYA P G" userId="73d2de28e2edb29c" providerId="LiveId" clId="{8DF766A0-08F5-4AC7-8AC9-C544E3ECA56B}" dt="2025-12-28T16:56:36.091" v="539"/>
        <pc:sldMkLst>
          <pc:docMk/>
          <pc:sldMk cId="1586103975" sldId="257"/>
        </pc:sldMkLst>
        <pc:spChg chg="mod">
          <ac:chgData name="DHANYA P G" userId="73d2de28e2edb29c" providerId="LiveId" clId="{8DF766A0-08F5-4AC7-8AC9-C544E3ECA56B}" dt="2025-12-25T14:12:16.047" v="166" actId="403"/>
          <ac:spMkLst>
            <pc:docMk/>
            <pc:sldMk cId="1586103975" sldId="257"/>
            <ac:spMk id="2" creationId="{F17C3F90-EC5A-80A0-CC82-D3ECA70BBDB0}"/>
          </ac:spMkLst>
        </pc:spChg>
        <pc:spChg chg="mod">
          <ac:chgData name="DHANYA P G" userId="73d2de28e2edb29c" providerId="LiveId" clId="{8DF766A0-08F5-4AC7-8AC9-C544E3ECA56B}" dt="2025-12-25T14:14:06.166" v="187" actId="207"/>
          <ac:spMkLst>
            <pc:docMk/>
            <pc:sldMk cId="1586103975" sldId="257"/>
            <ac:spMk id="3" creationId="{3E67E2E8-03C9-9C4D-EABB-98F3EF01F8B1}"/>
          </ac:spMkLst>
        </pc:spChg>
      </pc:sldChg>
      <pc:sldChg chg="addSp delSp modSp new mod">
        <pc:chgData name="DHANYA P G" userId="73d2de28e2edb29c" providerId="LiveId" clId="{8DF766A0-08F5-4AC7-8AC9-C544E3ECA56B}" dt="2025-12-25T14:44:40.948" v="313" actId="403"/>
        <pc:sldMkLst>
          <pc:docMk/>
          <pc:sldMk cId="679745493" sldId="258"/>
        </pc:sldMkLst>
        <pc:spChg chg="mod">
          <ac:chgData name="DHANYA P G" userId="73d2de28e2edb29c" providerId="LiveId" clId="{8DF766A0-08F5-4AC7-8AC9-C544E3ECA56B}" dt="2025-12-25T14:44:25.392" v="306" actId="27636"/>
          <ac:spMkLst>
            <pc:docMk/>
            <pc:sldMk cId="679745493" sldId="258"/>
            <ac:spMk id="3" creationId="{FF078F32-0098-6E67-1FE1-202C3346862D}"/>
          </ac:spMkLst>
        </pc:spChg>
        <pc:spChg chg="add mod">
          <ac:chgData name="DHANYA P G" userId="73d2de28e2edb29c" providerId="LiveId" clId="{8DF766A0-08F5-4AC7-8AC9-C544E3ECA56B}" dt="2025-12-25T14:44:40.948" v="313" actId="403"/>
          <ac:spMkLst>
            <pc:docMk/>
            <pc:sldMk cId="679745493" sldId="258"/>
            <ac:spMk id="5" creationId="{3845E794-D15D-2267-30D6-77BD8E273134}"/>
          </ac:spMkLst>
        </pc:spChg>
      </pc:sldChg>
      <pc:sldChg chg="addSp delSp modSp new mod">
        <pc:chgData name="DHANYA P G" userId="73d2de28e2edb29c" providerId="LiveId" clId="{8DF766A0-08F5-4AC7-8AC9-C544E3ECA56B}" dt="2025-12-25T14:37:16.399" v="287" actId="1076"/>
        <pc:sldMkLst>
          <pc:docMk/>
          <pc:sldMk cId="4195359820" sldId="259"/>
        </pc:sldMkLst>
        <pc:spChg chg="mod">
          <ac:chgData name="DHANYA P G" userId="73d2de28e2edb29c" providerId="LiveId" clId="{8DF766A0-08F5-4AC7-8AC9-C544E3ECA56B}" dt="2025-12-25T14:29:17.499" v="230" actId="1076"/>
          <ac:spMkLst>
            <pc:docMk/>
            <pc:sldMk cId="4195359820" sldId="259"/>
            <ac:spMk id="2" creationId="{CC2722A1-4108-AE68-4088-5BAB885D1DE2}"/>
          </ac:spMkLst>
        </pc:spChg>
        <pc:picChg chg="add mod ord">
          <ac:chgData name="DHANYA P G" userId="73d2de28e2edb29c" providerId="LiveId" clId="{8DF766A0-08F5-4AC7-8AC9-C544E3ECA56B}" dt="2025-12-25T14:37:16.399" v="287" actId="1076"/>
          <ac:picMkLst>
            <pc:docMk/>
            <pc:sldMk cId="4195359820" sldId="259"/>
            <ac:picMk id="5" creationId="{BD5853B9-A748-C3DF-0A19-15CBC08BE25F}"/>
          </ac:picMkLst>
        </pc:picChg>
      </pc:sldChg>
      <pc:sldChg chg="delSp modSp new mod">
        <pc:chgData name="DHANYA P G" userId="73d2de28e2edb29c" providerId="LiveId" clId="{8DF766A0-08F5-4AC7-8AC9-C544E3ECA56B}" dt="2025-12-29T03:49:55.141" v="1113" actId="123"/>
        <pc:sldMkLst>
          <pc:docMk/>
          <pc:sldMk cId="1901242526" sldId="260"/>
        </pc:sldMkLst>
        <pc:spChg chg="mod">
          <ac:chgData name="DHANYA P G" userId="73d2de28e2edb29c" providerId="LiveId" clId="{8DF766A0-08F5-4AC7-8AC9-C544E3ECA56B}" dt="2025-12-29T03:49:55.141" v="1113" actId="123"/>
          <ac:spMkLst>
            <pc:docMk/>
            <pc:sldMk cId="1901242526" sldId="260"/>
            <ac:spMk id="3" creationId="{87092D6A-3537-7AF4-B6F0-7CD198C76C58}"/>
          </ac:spMkLst>
        </pc:spChg>
      </pc:sldChg>
      <pc:sldChg chg="modSp new mod">
        <pc:chgData name="DHANYA P G" userId="73d2de28e2edb29c" providerId="LiveId" clId="{8DF766A0-08F5-4AC7-8AC9-C544E3ECA56B}" dt="2025-12-29T03:49:19.640" v="1112" actId="20577"/>
        <pc:sldMkLst>
          <pc:docMk/>
          <pc:sldMk cId="3736414473" sldId="261"/>
        </pc:sldMkLst>
        <pc:spChg chg="mod">
          <ac:chgData name="DHANYA P G" userId="73d2de28e2edb29c" providerId="LiveId" clId="{8DF766A0-08F5-4AC7-8AC9-C544E3ECA56B}" dt="2025-12-28T11:54:43.638" v="320" actId="1076"/>
          <ac:spMkLst>
            <pc:docMk/>
            <pc:sldMk cId="3736414473" sldId="261"/>
            <ac:spMk id="2" creationId="{03E76076-801A-B4D1-ED41-2D5AFF325DA9}"/>
          </ac:spMkLst>
        </pc:spChg>
        <pc:spChg chg="mod">
          <ac:chgData name="DHANYA P G" userId="73d2de28e2edb29c" providerId="LiveId" clId="{8DF766A0-08F5-4AC7-8AC9-C544E3ECA56B}" dt="2025-12-29T03:49:19.640" v="1112" actId="20577"/>
          <ac:spMkLst>
            <pc:docMk/>
            <pc:sldMk cId="3736414473" sldId="261"/>
            <ac:spMk id="3" creationId="{6C771618-E396-D936-AE1A-E731A7381F6F}"/>
          </ac:spMkLst>
        </pc:spChg>
      </pc:sldChg>
      <pc:sldChg chg="delSp modSp new mod">
        <pc:chgData name="DHANYA P G" userId="73d2de28e2edb29c" providerId="LiveId" clId="{8DF766A0-08F5-4AC7-8AC9-C544E3ECA56B}" dt="2025-12-29T03:50:27.089" v="1116" actId="1076"/>
        <pc:sldMkLst>
          <pc:docMk/>
          <pc:sldMk cId="1894004975" sldId="262"/>
        </pc:sldMkLst>
        <pc:spChg chg="mod">
          <ac:chgData name="DHANYA P G" userId="73d2de28e2edb29c" providerId="LiveId" clId="{8DF766A0-08F5-4AC7-8AC9-C544E3ECA56B}" dt="2025-12-29T03:50:27.089" v="1116" actId="1076"/>
          <ac:spMkLst>
            <pc:docMk/>
            <pc:sldMk cId="1894004975" sldId="262"/>
            <ac:spMk id="3" creationId="{AEB48558-F470-CD98-33DA-6055FA0CACF2}"/>
          </ac:spMkLst>
        </pc:spChg>
      </pc:sldChg>
      <pc:sldChg chg="modSp new mod">
        <pc:chgData name="DHANYA P G" userId="73d2de28e2edb29c" providerId="LiveId" clId="{8DF766A0-08F5-4AC7-8AC9-C544E3ECA56B}" dt="2025-12-28T17:46:08.064" v="824" actId="20577"/>
        <pc:sldMkLst>
          <pc:docMk/>
          <pc:sldMk cId="4165149190" sldId="263"/>
        </pc:sldMkLst>
        <pc:spChg chg="mod">
          <ac:chgData name="DHANYA P G" userId="73d2de28e2edb29c" providerId="LiveId" clId="{8DF766A0-08F5-4AC7-8AC9-C544E3ECA56B}" dt="2025-12-28T12:10:35.663" v="440" actId="403"/>
          <ac:spMkLst>
            <pc:docMk/>
            <pc:sldMk cId="4165149190" sldId="263"/>
            <ac:spMk id="2" creationId="{D8766038-7F6A-D216-887C-6D13F8A96DDB}"/>
          </ac:spMkLst>
        </pc:spChg>
        <pc:spChg chg="mod">
          <ac:chgData name="DHANYA P G" userId="73d2de28e2edb29c" providerId="LiveId" clId="{8DF766A0-08F5-4AC7-8AC9-C544E3ECA56B}" dt="2025-12-28T17:46:08.064" v="824" actId="20577"/>
          <ac:spMkLst>
            <pc:docMk/>
            <pc:sldMk cId="4165149190" sldId="263"/>
            <ac:spMk id="3" creationId="{DE1218E2-9BAD-465D-4E44-203A2EE57A43}"/>
          </ac:spMkLst>
        </pc:spChg>
      </pc:sldChg>
      <pc:sldChg chg="modSp new mod">
        <pc:chgData name="DHANYA P G" userId="73d2de28e2edb29c" providerId="LiveId" clId="{8DF766A0-08F5-4AC7-8AC9-C544E3ECA56B}" dt="2025-12-28T15:00:59.513" v="513" actId="1076"/>
        <pc:sldMkLst>
          <pc:docMk/>
          <pc:sldMk cId="1635085617" sldId="264"/>
        </pc:sldMkLst>
        <pc:spChg chg="mod">
          <ac:chgData name="DHANYA P G" userId="73d2de28e2edb29c" providerId="LiveId" clId="{8DF766A0-08F5-4AC7-8AC9-C544E3ECA56B}" dt="2025-12-28T13:40:19.697" v="503" actId="1076"/>
          <ac:spMkLst>
            <pc:docMk/>
            <pc:sldMk cId="1635085617" sldId="264"/>
            <ac:spMk id="2" creationId="{AA10F048-A583-7652-A191-A4C26009B768}"/>
          </ac:spMkLst>
        </pc:spChg>
        <pc:spChg chg="mod">
          <ac:chgData name="DHANYA P G" userId="73d2de28e2edb29c" providerId="LiveId" clId="{8DF766A0-08F5-4AC7-8AC9-C544E3ECA56B}" dt="2025-12-28T15:00:59.513" v="513" actId="1076"/>
          <ac:spMkLst>
            <pc:docMk/>
            <pc:sldMk cId="1635085617" sldId="264"/>
            <ac:spMk id="3" creationId="{26487DDE-9192-00EE-306A-3F66DB3C013F}"/>
          </ac:spMkLst>
        </pc:spChg>
      </pc:sldChg>
      <pc:sldChg chg="addSp delSp modSp new mod">
        <pc:chgData name="DHANYA P G" userId="73d2de28e2edb29c" providerId="LiveId" clId="{8DF766A0-08F5-4AC7-8AC9-C544E3ECA56B}" dt="2025-12-29T05:09:06.239" v="1157" actId="1076"/>
        <pc:sldMkLst>
          <pc:docMk/>
          <pc:sldMk cId="715770913" sldId="265"/>
        </pc:sldMkLst>
        <pc:spChg chg="mod">
          <ac:chgData name="DHANYA P G" userId="73d2de28e2edb29c" providerId="LiveId" clId="{8DF766A0-08F5-4AC7-8AC9-C544E3ECA56B}" dt="2025-12-28T17:07:20.138" v="566" actId="1076"/>
          <ac:spMkLst>
            <pc:docMk/>
            <pc:sldMk cId="715770913" sldId="265"/>
            <ac:spMk id="2" creationId="{9C990CA1-A501-1EA6-47A4-C59E19A10E63}"/>
          </ac:spMkLst>
        </pc:spChg>
        <pc:picChg chg="add mod">
          <ac:chgData name="DHANYA P G" userId="73d2de28e2edb29c" providerId="LiveId" clId="{8DF766A0-08F5-4AC7-8AC9-C544E3ECA56B}" dt="2025-12-29T05:09:06.239" v="1157" actId="1076"/>
          <ac:picMkLst>
            <pc:docMk/>
            <pc:sldMk cId="715770913" sldId="265"/>
            <ac:picMk id="1026" creationId="{85DF2E7B-580C-C1F5-E27D-EA5FE0D9081F}"/>
          </ac:picMkLst>
        </pc:picChg>
      </pc:sldChg>
      <pc:sldChg chg="addSp delSp modSp new mod">
        <pc:chgData name="DHANYA P G" userId="73d2de28e2edb29c" providerId="LiveId" clId="{8DF766A0-08F5-4AC7-8AC9-C544E3ECA56B}" dt="2025-12-28T17:11:56.158" v="627" actId="20577"/>
        <pc:sldMkLst>
          <pc:docMk/>
          <pc:sldMk cId="348927226" sldId="266"/>
        </pc:sldMkLst>
        <pc:spChg chg="mod">
          <ac:chgData name="DHANYA P G" userId="73d2de28e2edb29c" providerId="LiveId" clId="{8DF766A0-08F5-4AC7-8AC9-C544E3ECA56B}" dt="2025-12-28T17:11:56.158" v="627" actId="20577"/>
          <ac:spMkLst>
            <pc:docMk/>
            <pc:sldMk cId="348927226" sldId="266"/>
            <ac:spMk id="2" creationId="{8EB10658-F9B6-DD84-965E-265BF63C6AC6}"/>
          </ac:spMkLst>
        </pc:spChg>
        <pc:picChg chg="add mod ord">
          <ac:chgData name="DHANYA P G" userId="73d2de28e2edb29c" providerId="LiveId" clId="{8DF766A0-08F5-4AC7-8AC9-C544E3ECA56B}" dt="2025-12-28T17:11:18.253" v="598" actId="1076"/>
          <ac:picMkLst>
            <pc:docMk/>
            <pc:sldMk cId="348927226" sldId="266"/>
            <ac:picMk id="5" creationId="{A236121A-DF90-1251-72DE-055360C3E09F}"/>
          </ac:picMkLst>
        </pc:picChg>
      </pc:sldChg>
      <pc:sldChg chg="addSp delSp modSp new mod">
        <pc:chgData name="DHANYA P G" userId="73d2de28e2edb29c" providerId="LiveId" clId="{8DF766A0-08F5-4AC7-8AC9-C544E3ECA56B}" dt="2025-12-28T17:13:06.880" v="639" actId="14100"/>
        <pc:sldMkLst>
          <pc:docMk/>
          <pc:sldMk cId="3115686474" sldId="267"/>
        </pc:sldMkLst>
        <pc:picChg chg="add mod ord">
          <ac:chgData name="DHANYA P G" userId="73d2de28e2edb29c" providerId="LiveId" clId="{8DF766A0-08F5-4AC7-8AC9-C544E3ECA56B}" dt="2025-12-28T17:13:06.880" v="639" actId="14100"/>
          <ac:picMkLst>
            <pc:docMk/>
            <pc:sldMk cId="3115686474" sldId="267"/>
            <ac:picMk id="5" creationId="{C3E6B3A8-FF03-670B-5512-0D23928B6D6B}"/>
          </ac:picMkLst>
        </pc:picChg>
      </pc:sldChg>
      <pc:sldChg chg="modSp new mod">
        <pc:chgData name="DHANYA P G" userId="73d2de28e2edb29c" providerId="LiveId" clId="{8DF766A0-08F5-4AC7-8AC9-C544E3ECA56B}" dt="2025-12-28T17:18:01.877" v="714" actId="207"/>
        <pc:sldMkLst>
          <pc:docMk/>
          <pc:sldMk cId="3678228105" sldId="268"/>
        </pc:sldMkLst>
        <pc:spChg chg="mod">
          <ac:chgData name="DHANYA P G" userId="73d2de28e2edb29c" providerId="LiveId" clId="{8DF766A0-08F5-4AC7-8AC9-C544E3ECA56B}" dt="2025-12-28T17:14:22.477" v="646" actId="1076"/>
          <ac:spMkLst>
            <pc:docMk/>
            <pc:sldMk cId="3678228105" sldId="268"/>
            <ac:spMk id="2" creationId="{CEBC0605-A4E4-8218-A544-424313BE0E6D}"/>
          </ac:spMkLst>
        </pc:spChg>
        <pc:spChg chg="mod">
          <ac:chgData name="DHANYA P G" userId="73d2de28e2edb29c" providerId="LiveId" clId="{8DF766A0-08F5-4AC7-8AC9-C544E3ECA56B}" dt="2025-12-28T17:18:01.877" v="714" actId="207"/>
          <ac:spMkLst>
            <pc:docMk/>
            <pc:sldMk cId="3678228105" sldId="268"/>
            <ac:spMk id="3" creationId="{CF979E38-B566-0644-278D-D7FAF289059E}"/>
          </ac:spMkLst>
        </pc:spChg>
      </pc:sldChg>
      <pc:sldChg chg="delSp modSp new mod">
        <pc:chgData name="DHANYA P G" userId="73d2de28e2edb29c" providerId="LiveId" clId="{8DF766A0-08F5-4AC7-8AC9-C544E3ECA56B}" dt="2025-12-28T17:17:56.997" v="713" actId="207"/>
        <pc:sldMkLst>
          <pc:docMk/>
          <pc:sldMk cId="2032849598" sldId="269"/>
        </pc:sldMkLst>
        <pc:spChg chg="mod">
          <ac:chgData name="DHANYA P G" userId="73d2de28e2edb29c" providerId="LiveId" clId="{8DF766A0-08F5-4AC7-8AC9-C544E3ECA56B}" dt="2025-12-28T17:17:56.997" v="713" actId="207"/>
          <ac:spMkLst>
            <pc:docMk/>
            <pc:sldMk cId="2032849598" sldId="269"/>
            <ac:spMk id="3" creationId="{863917CA-8CE6-5EC4-F047-2937562CD67C}"/>
          </ac:spMkLst>
        </pc:spChg>
      </pc:sldChg>
      <pc:sldChg chg="delSp modSp new mod">
        <pc:chgData name="DHANYA P G" userId="73d2de28e2edb29c" providerId="LiveId" clId="{8DF766A0-08F5-4AC7-8AC9-C544E3ECA56B}" dt="2025-12-28T17:23:27.308" v="749" actId="113"/>
        <pc:sldMkLst>
          <pc:docMk/>
          <pc:sldMk cId="316245016" sldId="270"/>
        </pc:sldMkLst>
        <pc:spChg chg="mod">
          <ac:chgData name="DHANYA P G" userId="73d2de28e2edb29c" providerId="LiveId" clId="{8DF766A0-08F5-4AC7-8AC9-C544E3ECA56B}" dt="2025-12-28T17:23:27.308" v="749" actId="113"/>
          <ac:spMkLst>
            <pc:docMk/>
            <pc:sldMk cId="316245016" sldId="270"/>
            <ac:spMk id="3" creationId="{2A8733FD-19BA-9D5C-F777-F498C0E4413D}"/>
          </ac:spMkLst>
        </pc:spChg>
      </pc:sldChg>
      <pc:sldChg chg="modSp new mod">
        <pc:chgData name="DHANYA P G" userId="73d2de28e2edb29c" providerId="LiveId" clId="{8DF766A0-08F5-4AC7-8AC9-C544E3ECA56B}" dt="2025-12-28T17:50:45.590" v="849" actId="403"/>
        <pc:sldMkLst>
          <pc:docMk/>
          <pc:sldMk cId="2412482534" sldId="271"/>
        </pc:sldMkLst>
        <pc:spChg chg="mod">
          <ac:chgData name="DHANYA P G" userId="73d2de28e2edb29c" providerId="LiveId" clId="{8DF766A0-08F5-4AC7-8AC9-C544E3ECA56B}" dt="2025-12-28T17:43:16.472" v="792" actId="20577"/>
          <ac:spMkLst>
            <pc:docMk/>
            <pc:sldMk cId="2412482534" sldId="271"/>
            <ac:spMk id="2" creationId="{3B7144D6-D6CD-46E8-5A46-08380E837525}"/>
          </ac:spMkLst>
        </pc:spChg>
        <pc:spChg chg="mod">
          <ac:chgData name="DHANYA P G" userId="73d2de28e2edb29c" providerId="LiveId" clId="{8DF766A0-08F5-4AC7-8AC9-C544E3ECA56B}" dt="2025-12-28T17:50:45.590" v="849" actId="403"/>
          <ac:spMkLst>
            <pc:docMk/>
            <pc:sldMk cId="2412482534" sldId="271"/>
            <ac:spMk id="3" creationId="{FAF1D7FA-7C95-DF29-A67F-B3099F1011A1}"/>
          </ac:spMkLst>
        </pc:spChg>
      </pc:sldChg>
      <pc:sldChg chg="modSp add mod">
        <pc:chgData name="DHANYA P G" userId="73d2de28e2edb29c" providerId="LiveId" clId="{8DF766A0-08F5-4AC7-8AC9-C544E3ECA56B}" dt="2025-12-28T17:53:01.115" v="867" actId="1076"/>
        <pc:sldMkLst>
          <pc:docMk/>
          <pc:sldMk cId="4288074090" sldId="291"/>
        </pc:sldMkLst>
        <pc:spChg chg="mod">
          <ac:chgData name="DHANYA P G" userId="73d2de28e2edb29c" providerId="LiveId" clId="{8DF766A0-08F5-4AC7-8AC9-C544E3ECA56B}" dt="2025-12-28T17:48:52.446" v="836" actId="1076"/>
          <ac:spMkLst>
            <pc:docMk/>
            <pc:sldMk cId="4288074090" sldId="291"/>
            <ac:spMk id="2" creationId="{8CB38751-E1CC-9F3F-E223-5FDE1F4C8264}"/>
          </ac:spMkLst>
        </pc:spChg>
        <pc:spChg chg="mod">
          <ac:chgData name="DHANYA P G" userId="73d2de28e2edb29c" providerId="LiveId" clId="{8DF766A0-08F5-4AC7-8AC9-C544E3ECA56B}" dt="2025-12-28T17:52:56.001" v="866" actId="123"/>
          <ac:spMkLst>
            <pc:docMk/>
            <pc:sldMk cId="4288074090" sldId="291"/>
            <ac:spMk id="4" creationId="{EBE5F251-11A1-DDAD-222D-7C6FE79CA83F}"/>
          </ac:spMkLst>
        </pc:spChg>
        <pc:picChg chg="mod">
          <ac:chgData name="DHANYA P G" userId="73d2de28e2edb29c" providerId="LiveId" clId="{8DF766A0-08F5-4AC7-8AC9-C544E3ECA56B}" dt="2025-12-28T17:53:01.115" v="867" actId="1076"/>
          <ac:picMkLst>
            <pc:docMk/>
            <pc:sldMk cId="4288074090" sldId="291"/>
            <ac:picMk id="1026" creationId="{C3139EEC-AA6D-D107-6209-9ECD2AFB58C8}"/>
          </ac:picMkLst>
        </pc:picChg>
      </pc:sldChg>
      <pc:sldChg chg="addSp delSp modSp new mod">
        <pc:chgData name="DHANYA P G" userId="73d2de28e2edb29c" providerId="LiveId" clId="{8DF766A0-08F5-4AC7-8AC9-C544E3ECA56B}" dt="2025-12-28T18:11:48.092" v="919" actId="1076"/>
        <pc:sldMkLst>
          <pc:docMk/>
          <pc:sldMk cId="2145577656" sldId="292"/>
        </pc:sldMkLst>
        <pc:spChg chg="mod">
          <ac:chgData name="DHANYA P G" userId="73d2de28e2edb29c" providerId="LiveId" clId="{8DF766A0-08F5-4AC7-8AC9-C544E3ECA56B}" dt="2025-12-28T18:11:39.883" v="918" actId="403"/>
          <ac:spMkLst>
            <pc:docMk/>
            <pc:sldMk cId="2145577656" sldId="292"/>
            <ac:spMk id="3" creationId="{C3726F4F-F121-9568-EE87-E253E4D009D3}"/>
          </ac:spMkLst>
        </pc:spChg>
        <pc:graphicFrameChg chg="add mod modGraphic">
          <ac:chgData name="DHANYA P G" userId="73d2de28e2edb29c" providerId="LiveId" clId="{8DF766A0-08F5-4AC7-8AC9-C544E3ECA56B}" dt="2025-12-28T18:11:48.092" v="919" actId="1076"/>
          <ac:graphicFrameMkLst>
            <pc:docMk/>
            <pc:sldMk cId="2145577656" sldId="292"/>
            <ac:graphicFrameMk id="8" creationId="{72660955-E72F-E00C-028D-496F83C2E3C3}"/>
          </ac:graphicFrameMkLst>
        </pc:graphicFrameChg>
      </pc:sldChg>
      <pc:sldChg chg="modSp add mod">
        <pc:chgData name="DHANYA P G" userId="73d2de28e2edb29c" providerId="LiveId" clId="{8DF766A0-08F5-4AC7-8AC9-C544E3ECA56B}" dt="2025-12-29T08:30:33.848" v="1162" actId="1076"/>
        <pc:sldMkLst>
          <pc:docMk/>
          <pc:sldMk cId="2480346109" sldId="294"/>
        </pc:sldMkLst>
        <pc:spChg chg="mod">
          <ac:chgData name="DHANYA P G" userId="73d2de28e2edb29c" providerId="LiveId" clId="{8DF766A0-08F5-4AC7-8AC9-C544E3ECA56B}" dt="2025-12-28T17:50:02.635" v="845" actId="20577"/>
          <ac:spMkLst>
            <pc:docMk/>
            <pc:sldMk cId="2480346109" sldId="294"/>
            <ac:spMk id="10" creationId="{7145DF95-9A03-2457-FC8C-EBE3ABAC6670}"/>
          </ac:spMkLst>
        </pc:spChg>
        <pc:picChg chg="mod">
          <ac:chgData name="DHANYA P G" userId="73d2de28e2edb29c" providerId="LiveId" clId="{8DF766A0-08F5-4AC7-8AC9-C544E3ECA56B}" dt="2025-12-29T08:30:33.848" v="1162" actId="1076"/>
          <ac:picMkLst>
            <pc:docMk/>
            <pc:sldMk cId="2480346109" sldId="294"/>
            <ac:picMk id="4" creationId="{BD9BBD97-DADA-6D1E-F6D6-D2B2753599D1}"/>
          </ac:picMkLst>
        </pc:picChg>
      </pc:sldChg>
      <pc:sldChg chg="modSp add mod">
        <pc:chgData name="DHANYA P G" userId="73d2de28e2edb29c" providerId="LiveId" clId="{8DF766A0-08F5-4AC7-8AC9-C544E3ECA56B}" dt="2025-12-28T18:37:08.518" v="1043" actId="20577"/>
        <pc:sldMkLst>
          <pc:docMk/>
          <pc:sldMk cId="671544356" sldId="295"/>
        </pc:sldMkLst>
        <pc:spChg chg="mod">
          <ac:chgData name="DHANYA P G" userId="73d2de28e2edb29c" providerId="LiveId" clId="{8DF766A0-08F5-4AC7-8AC9-C544E3ECA56B}" dt="2025-12-28T18:37:08.518" v="1043" actId="20577"/>
          <ac:spMkLst>
            <pc:docMk/>
            <pc:sldMk cId="671544356" sldId="295"/>
            <ac:spMk id="2" creationId="{310B1AC6-69CB-A15B-791E-E786ADE2DCC0}"/>
          </ac:spMkLst>
        </pc:spChg>
      </pc:sldChg>
      <pc:sldChg chg="addSp modSp add mod">
        <pc:chgData name="DHANYA P G" userId="73d2de28e2edb29c" providerId="LiveId" clId="{8DF766A0-08F5-4AC7-8AC9-C544E3ECA56B}" dt="2025-12-28T18:37:55.208" v="1060" actId="20577"/>
        <pc:sldMkLst>
          <pc:docMk/>
          <pc:sldMk cId="1067859543" sldId="297"/>
        </pc:sldMkLst>
        <pc:spChg chg="add mod">
          <ac:chgData name="DHANYA P G" userId="73d2de28e2edb29c" providerId="LiveId" clId="{8DF766A0-08F5-4AC7-8AC9-C544E3ECA56B}" dt="2025-12-28T18:37:55.208" v="1060" actId="20577"/>
          <ac:spMkLst>
            <pc:docMk/>
            <pc:sldMk cId="1067859543" sldId="297"/>
            <ac:spMk id="2" creationId="{93E95C1B-CCE6-9F9D-94BE-6C6EDB50F7FB}"/>
          </ac:spMkLst>
        </pc:spChg>
        <pc:spChg chg="mod">
          <ac:chgData name="DHANYA P G" userId="73d2de28e2edb29c" providerId="LiveId" clId="{8DF766A0-08F5-4AC7-8AC9-C544E3ECA56B}" dt="2025-12-28T18:02:09.864" v="888" actId="14100"/>
          <ac:spMkLst>
            <pc:docMk/>
            <pc:sldMk cId="1067859543" sldId="297"/>
            <ac:spMk id="3" creationId="{18E2B94B-557B-64B1-60A5-0859C899B5FB}"/>
          </ac:spMkLst>
        </pc:spChg>
      </pc:sldChg>
      <pc:sldChg chg="addSp delSp modSp new mod ord">
        <pc:chgData name="DHANYA P G" userId="73d2de28e2edb29c" providerId="LiveId" clId="{8DF766A0-08F5-4AC7-8AC9-C544E3ECA56B}" dt="2025-12-28T18:17:25.178" v="936" actId="123"/>
        <pc:sldMkLst>
          <pc:docMk/>
          <pc:sldMk cId="3364047571" sldId="298"/>
        </pc:sldMkLst>
        <pc:spChg chg="add mod">
          <ac:chgData name="DHANYA P G" userId="73d2de28e2edb29c" providerId="LiveId" clId="{8DF766A0-08F5-4AC7-8AC9-C544E3ECA56B}" dt="2025-12-28T18:17:25.178" v="936" actId="123"/>
          <ac:spMkLst>
            <pc:docMk/>
            <pc:sldMk cId="3364047571" sldId="298"/>
            <ac:spMk id="10" creationId="{715E450D-4136-D678-EBDD-513069275AB9}"/>
          </ac:spMkLst>
        </pc:spChg>
        <pc:spChg chg="add mod">
          <ac:chgData name="DHANYA P G" userId="73d2de28e2edb29c" providerId="LiveId" clId="{8DF766A0-08F5-4AC7-8AC9-C544E3ECA56B}" dt="2025-12-28T18:12:11.915" v="920" actId="313"/>
          <ac:spMkLst>
            <pc:docMk/>
            <pc:sldMk cId="3364047571" sldId="298"/>
            <ac:spMk id="11" creationId="{B022F7DE-EED8-60B8-F237-8DAAAC904264}"/>
          </ac:spMkLst>
        </pc:spChg>
      </pc:sldChg>
      <pc:sldChg chg="modSp add mod">
        <pc:chgData name="DHANYA P G" userId="73d2de28e2edb29c" providerId="LiveId" clId="{8DF766A0-08F5-4AC7-8AC9-C544E3ECA56B}" dt="2025-12-28T18:16:18.183" v="923" actId="27636"/>
        <pc:sldMkLst>
          <pc:docMk/>
          <pc:sldMk cId="123521489" sldId="303"/>
        </pc:sldMkLst>
        <pc:spChg chg="mod">
          <ac:chgData name="DHANYA P G" userId="73d2de28e2edb29c" providerId="LiveId" clId="{8DF766A0-08F5-4AC7-8AC9-C544E3ECA56B}" dt="2025-12-28T18:16:18.183" v="923" actId="27636"/>
          <ac:spMkLst>
            <pc:docMk/>
            <pc:sldMk cId="123521489" sldId="303"/>
            <ac:spMk id="3" creationId="{31E8D729-338D-B959-0B22-781A2F4C1EBF}"/>
          </ac:spMkLst>
        </pc:spChg>
      </pc:sldChg>
      <pc:sldChg chg="addSp delSp modSp new mod">
        <pc:chgData name="DHANYA P G" userId="73d2de28e2edb29c" providerId="LiveId" clId="{8DF766A0-08F5-4AC7-8AC9-C544E3ECA56B}" dt="2025-12-29T04:08:11.663" v="1154" actId="14100"/>
        <pc:sldMkLst>
          <pc:docMk/>
          <pc:sldMk cId="373878722" sldId="304"/>
        </pc:sldMkLst>
        <pc:picChg chg="add mod ord">
          <ac:chgData name="DHANYA P G" userId="73d2de28e2edb29c" providerId="LiveId" clId="{8DF766A0-08F5-4AC7-8AC9-C544E3ECA56B}" dt="2025-12-29T04:08:11.663" v="1154" actId="14100"/>
          <ac:picMkLst>
            <pc:docMk/>
            <pc:sldMk cId="373878722" sldId="304"/>
            <ac:picMk id="5" creationId="{9C9A3BEE-6F8B-45D9-A3A0-13ABB5003F9D}"/>
          </ac:picMkLst>
        </pc:picChg>
      </pc:sldChg>
      <pc:sldChg chg="addSp delSp modSp new mod">
        <pc:chgData name="DHANYA P G" userId="73d2de28e2edb29c" providerId="LiveId" clId="{8DF766A0-08F5-4AC7-8AC9-C544E3ECA56B}" dt="2025-12-28T18:34:51.875" v="1037" actId="20577"/>
        <pc:sldMkLst>
          <pc:docMk/>
          <pc:sldMk cId="3756378013" sldId="305"/>
        </pc:sldMkLst>
        <pc:spChg chg="add del mod">
          <ac:chgData name="DHANYA P G" userId="73d2de28e2edb29c" providerId="LiveId" clId="{8DF766A0-08F5-4AC7-8AC9-C544E3ECA56B}" dt="2025-12-28T18:34:51.875" v="1037" actId="20577"/>
          <ac:spMkLst>
            <pc:docMk/>
            <pc:sldMk cId="3756378013" sldId="305"/>
            <ac:spMk id="3" creationId="{83C687AD-0210-80C0-C050-C49F1C2C6B00}"/>
          </ac:spMkLst>
        </pc:spChg>
        <pc:picChg chg="add mod">
          <ac:chgData name="DHANYA P G" userId="73d2de28e2edb29c" providerId="LiveId" clId="{8DF766A0-08F5-4AC7-8AC9-C544E3ECA56B}" dt="2025-12-28T18:28:23.620" v="1003" actId="1076"/>
          <ac:picMkLst>
            <pc:docMk/>
            <pc:sldMk cId="3756378013" sldId="305"/>
            <ac:picMk id="9" creationId="{BF5B8F2F-A881-84F5-F43E-9E02A811B3E5}"/>
          </ac:picMkLst>
        </pc:picChg>
        <pc:picChg chg="add mod">
          <ac:chgData name="DHANYA P G" userId="73d2de28e2edb29c" providerId="LiveId" clId="{8DF766A0-08F5-4AC7-8AC9-C544E3ECA56B}" dt="2025-12-28T18:28:13.896" v="999" actId="1076"/>
          <ac:picMkLst>
            <pc:docMk/>
            <pc:sldMk cId="3756378013" sldId="305"/>
            <ac:picMk id="11" creationId="{77F664B5-F21C-3581-DB48-AC25261DA3E6}"/>
          </ac:picMkLst>
        </pc:picChg>
      </pc:sldChg>
      <pc:sldChg chg="delSp modSp new mod">
        <pc:chgData name="DHANYA P G" userId="73d2de28e2edb29c" providerId="LiveId" clId="{8DF766A0-08F5-4AC7-8AC9-C544E3ECA56B}" dt="2025-12-28T18:35:06.588" v="1042" actId="14100"/>
        <pc:sldMkLst>
          <pc:docMk/>
          <pc:sldMk cId="1050727051" sldId="306"/>
        </pc:sldMkLst>
        <pc:spChg chg="mod">
          <ac:chgData name="DHANYA P G" userId="73d2de28e2edb29c" providerId="LiveId" clId="{8DF766A0-08F5-4AC7-8AC9-C544E3ECA56B}" dt="2025-12-28T18:35:06.588" v="1042" actId="14100"/>
          <ac:spMkLst>
            <pc:docMk/>
            <pc:sldMk cId="1050727051" sldId="306"/>
            <ac:spMk id="3" creationId="{C0D656DF-27E2-E101-7C5E-CB0399A7B4E6}"/>
          </ac:spMkLst>
        </pc:spChg>
      </pc:sldChg>
      <pc:sldChg chg="delSp modSp new mod">
        <pc:chgData name="DHANYA P G" userId="73d2de28e2edb29c" providerId="LiveId" clId="{8DF766A0-08F5-4AC7-8AC9-C544E3ECA56B}" dt="2025-12-28T18:38:48.224" v="1093" actId="1076"/>
        <pc:sldMkLst>
          <pc:docMk/>
          <pc:sldMk cId="2067515081" sldId="307"/>
        </pc:sldMkLst>
        <pc:spChg chg="mod">
          <ac:chgData name="DHANYA P G" userId="73d2de28e2edb29c" providerId="LiveId" clId="{8DF766A0-08F5-4AC7-8AC9-C544E3ECA56B}" dt="2025-12-28T18:38:48.224" v="1093" actId="1076"/>
          <ac:spMkLst>
            <pc:docMk/>
            <pc:sldMk cId="2067515081" sldId="307"/>
            <ac:spMk id="3" creationId="{8671D46F-9AED-47F8-1D74-0F7BADE8C1EE}"/>
          </ac:spMkLst>
        </pc:spChg>
      </pc:sldChg>
      <pc:sldChg chg="addSp delSp modSp new mod">
        <pc:chgData name="DHANYA P G" userId="73d2de28e2edb29c" providerId="LiveId" clId="{8DF766A0-08F5-4AC7-8AC9-C544E3ECA56B}" dt="2025-12-31T03:13:09.175" v="1165" actId="14100"/>
        <pc:sldMkLst>
          <pc:docMk/>
          <pc:sldMk cId="2612721560" sldId="308"/>
        </pc:sldMkLst>
        <pc:picChg chg="add mod">
          <ac:chgData name="DHANYA P G" userId="73d2de28e2edb29c" providerId="LiveId" clId="{8DF766A0-08F5-4AC7-8AC9-C544E3ECA56B}" dt="2025-12-29T04:06:55.885" v="1136" actId="1076"/>
          <ac:picMkLst>
            <pc:docMk/>
            <pc:sldMk cId="2612721560" sldId="308"/>
            <ac:picMk id="4" creationId="{262938B9-C1F0-DAC8-3372-2EEBDE0B7A65}"/>
          </ac:picMkLst>
        </pc:picChg>
        <pc:picChg chg="add mod">
          <ac:chgData name="DHANYA P G" userId="73d2de28e2edb29c" providerId="LiveId" clId="{8DF766A0-08F5-4AC7-8AC9-C544E3ECA56B}" dt="2025-12-31T03:13:09.175" v="1165" actId="14100"/>
          <ac:picMkLst>
            <pc:docMk/>
            <pc:sldMk cId="2612721560" sldId="308"/>
            <ac:picMk id="5" creationId="{F6AEE5C7-C87F-6922-2BA1-D742321E39EA}"/>
          </ac:picMkLst>
        </pc:picChg>
      </pc:sldChg>
      <pc:sldMasterChg chg="add setBg addSldLayout modSldLayout">
        <pc:chgData name="DHANYA P G" userId="73d2de28e2edb29c" providerId="LiveId" clId="{8DF766A0-08F5-4AC7-8AC9-C544E3ECA56B}" dt="2025-12-28T16:56:36.091" v="539"/>
        <pc:sldMasterMkLst>
          <pc:docMk/>
          <pc:sldMasterMk cId="1067499213" sldId="2147483751"/>
        </pc:sldMasterMkLst>
        <pc:sldLayoutChg chg="add setBg">
          <pc:chgData name="DHANYA P G" userId="73d2de28e2edb29c" providerId="LiveId" clId="{8DF766A0-08F5-4AC7-8AC9-C544E3ECA56B}" dt="2025-12-28T16:56:36.091" v="539"/>
          <pc:sldLayoutMkLst>
            <pc:docMk/>
            <pc:sldMasterMk cId="1067499213" sldId="2147483751"/>
            <pc:sldLayoutMk cId="2920174157" sldId="2147483740"/>
          </pc:sldLayoutMkLst>
        </pc:sldLayoutChg>
        <pc:sldLayoutChg chg="add setBg">
          <pc:chgData name="DHANYA P G" userId="73d2de28e2edb29c" providerId="LiveId" clId="{8DF766A0-08F5-4AC7-8AC9-C544E3ECA56B}" dt="2025-12-28T16:56:36.091" v="539"/>
          <pc:sldLayoutMkLst>
            <pc:docMk/>
            <pc:sldMasterMk cId="1067499213" sldId="2147483751"/>
            <pc:sldLayoutMk cId="509663907" sldId="2147483741"/>
          </pc:sldLayoutMkLst>
        </pc:sldLayoutChg>
        <pc:sldLayoutChg chg="add setBg">
          <pc:chgData name="DHANYA P G" userId="73d2de28e2edb29c" providerId="LiveId" clId="{8DF766A0-08F5-4AC7-8AC9-C544E3ECA56B}" dt="2025-12-28T16:56:36.091" v="539"/>
          <pc:sldLayoutMkLst>
            <pc:docMk/>
            <pc:sldMasterMk cId="1067499213" sldId="2147483751"/>
            <pc:sldLayoutMk cId="3145599869" sldId="2147483742"/>
          </pc:sldLayoutMkLst>
        </pc:sldLayoutChg>
        <pc:sldLayoutChg chg="add setBg">
          <pc:chgData name="DHANYA P G" userId="73d2de28e2edb29c" providerId="LiveId" clId="{8DF766A0-08F5-4AC7-8AC9-C544E3ECA56B}" dt="2025-12-28T16:56:36.091" v="539"/>
          <pc:sldLayoutMkLst>
            <pc:docMk/>
            <pc:sldMasterMk cId="1067499213" sldId="2147483751"/>
            <pc:sldLayoutMk cId="46108180" sldId="2147483743"/>
          </pc:sldLayoutMkLst>
        </pc:sldLayoutChg>
        <pc:sldLayoutChg chg="add setBg">
          <pc:chgData name="DHANYA P G" userId="73d2de28e2edb29c" providerId="LiveId" clId="{8DF766A0-08F5-4AC7-8AC9-C544E3ECA56B}" dt="2025-12-28T16:56:36.091" v="539"/>
          <pc:sldLayoutMkLst>
            <pc:docMk/>
            <pc:sldMasterMk cId="1067499213" sldId="2147483751"/>
            <pc:sldLayoutMk cId="2080748783" sldId="2147483744"/>
          </pc:sldLayoutMkLst>
        </pc:sldLayoutChg>
        <pc:sldLayoutChg chg="add setBg">
          <pc:chgData name="DHANYA P G" userId="73d2de28e2edb29c" providerId="LiveId" clId="{8DF766A0-08F5-4AC7-8AC9-C544E3ECA56B}" dt="2025-12-28T16:56:36.091" v="539"/>
          <pc:sldLayoutMkLst>
            <pc:docMk/>
            <pc:sldMasterMk cId="1067499213" sldId="2147483751"/>
            <pc:sldLayoutMk cId="2420548425" sldId="2147483745"/>
          </pc:sldLayoutMkLst>
        </pc:sldLayoutChg>
        <pc:sldLayoutChg chg="add setBg">
          <pc:chgData name="DHANYA P G" userId="73d2de28e2edb29c" providerId="LiveId" clId="{8DF766A0-08F5-4AC7-8AC9-C544E3ECA56B}" dt="2025-12-28T16:56:36.091" v="539"/>
          <pc:sldLayoutMkLst>
            <pc:docMk/>
            <pc:sldMasterMk cId="1067499213" sldId="2147483751"/>
            <pc:sldLayoutMk cId="649029427" sldId="2147483746"/>
          </pc:sldLayoutMkLst>
        </pc:sldLayoutChg>
        <pc:sldLayoutChg chg="add setBg">
          <pc:chgData name="DHANYA P G" userId="73d2de28e2edb29c" providerId="LiveId" clId="{8DF766A0-08F5-4AC7-8AC9-C544E3ECA56B}" dt="2025-12-28T16:56:36.091" v="539"/>
          <pc:sldLayoutMkLst>
            <pc:docMk/>
            <pc:sldMasterMk cId="1067499213" sldId="2147483751"/>
            <pc:sldLayoutMk cId="2337911310" sldId="2147483747"/>
          </pc:sldLayoutMkLst>
        </pc:sldLayoutChg>
        <pc:sldLayoutChg chg="add setBg">
          <pc:chgData name="DHANYA P G" userId="73d2de28e2edb29c" providerId="LiveId" clId="{8DF766A0-08F5-4AC7-8AC9-C544E3ECA56B}" dt="2025-12-28T16:56:36.091" v="539"/>
          <pc:sldLayoutMkLst>
            <pc:docMk/>
            <pc:sldMasterMk cId="1067499213" sldId="2147483751"/>
            <pc:sldLayoutMk cId="2197526410" sldId="2147483748"/>
          </pc:sldLayoutMkLst>
        </pc:sldLayoutChg>
        <pc:sldLayoutChg chg="add setBg">
          <pc:chgData name="DHANYA P G" userId="73d2de28e2edb29c" providerId="LiveId" clId="{8DF766A0-08F5-4AC7-8AC9-C544E3ECA56B}" dt="2025-12-28T16:56:36.091" v="539"/>
          <pc:sldLayoutMkLst>
            <pc:docMk/>
            <pc:sldMasterMk cId="1067499213" sldId="2147483751"/>
            <pc:sldLayoutMk cId="1553485822" sldId="2147483749"/>
          </pc:sldLayoutMkLst>
        </pc:sldLayoutChg>
        <pc:sldLayoutChg chg="add setBg">
          <pc:chgData name="DHANYA P G" userId="73d2de28e2edb29c" providerId="LiveId" clId="{8DF766A0-08F5-4AC7-8AC9-C544E3ECA56B}" dt="2025-12-28T16:56:36.091" v="539"/>
          <pc:sldLayoutMkLst>
            <pc:docMk/>
            <pc:sldMasterMk cId="1067499213" sldId="2147483751"/>
            <pc:sldLayoutMk cId="1356747464" sldId="214748375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406" y="4512376"/>
            <a:ext cx="8639776" cy="900190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406" y="1720884"/>
            <a:ext cx="8639775" cy="2734693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9029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1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474" y="2413788"/>
            <a:ext cx="8085116" cy="273752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474" y="1351721"/>
            <a:ext cx="8085118" cy="99391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526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817" y="1272209"/>
            <a:ext cx="9164725" cy="103367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5817" y="2425148"/>
            <a:ext cx="4188635" cy="31606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1355" y="2425148"/>
            <a:ext cx="4188635" cy="31606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85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42" y="600817"/>
            <a:ext cx="10079497" cy="116870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7442" y="1798488"/>
            <a:ext cx="4599587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442" y="2777279"/>
            <a:ext cx="4599587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352" y="1798488"/>
            <a:ext cx="4599588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7352" y="2777279"/>
            <a:ext cx="4599588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571185" y="2593591"/>
            <a:ext cx="4525755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107503" y="2593591"/>
            <a:ext cx="450952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747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48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74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1" y="1391478"/>
            <a:ext cx="3288432" cy="195141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235" y="920080"/>
            <a:ext cx="5312467" cy="502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1" y="3566727"/>
            <a:ext cx="3288432" cy="1766325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AAC029-BE5C-900C-E7D2-DE6E3178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63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0" y="1391478"/>
            <a:ext cx="3322510" cy="2037522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 useBgFill="1"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07143" y="931857"/>
            <a:ext cx="5351659" cy="499630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0" y="3742792"/>
            <a:ext cx="3322510" cy="1590261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8EE65-D4F9-418A-1628-F5DFD3DB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99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338" y="1255172"/>
            <a:ext cx="9297346" cy="1050707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24338" y="2419468"/>
            <a:ext cx="9297346" cy="32543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8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6961" y="1414196"/>
            <a:ext cx="1817441" cy="410060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46042" y="1414196"/>
            <a:ext cx="7780919" cy="410060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548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42" y="1233199"/>
            <a:ext cx="8977511" cy="1073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444" y="2419639"/>
            <a:ext cx="8977509" cy="3141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E7736193-EDE3-4BB5-AE5F-E6E5472AB8BE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9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812CB9FF-7D0E-C6EE-FD1E-5414C1C2F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AF4B06-53F0-C847-8C21-2E98F1814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EC13DF-9935-724B-AF95-C3B61B9EB7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1830" r="-1" b="33029"/>
          <a:stretch>
            <a:fillRect/>
          </a:stretch>
        </p:blipFill>
        <p:spPr>
          <a:xfrm>
            <a:off x="-2" y="10"/>
            <a:ext cx="12192002" cy="6857990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F70A2C4-3347-EF31-F002-FB70BCCF4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08344" y="938623"/>
            <a:ext cx="10369255" cy="4987842"/>
          </a:xfrm>
          <a:custGeom>
            <a:avLst/>
            <a:gdLst>
              <a:gd name="connsiteX0" fmla="*/ 0 w 4116027"/>
              <a:gd name="connsiteY0" fmla="*/ 0 h 5058263"/>
              <a:gd name="connsiteX1" fmla="*/ 3203647 w 4116027"/>
              <a:gd name="connsiteY1" fmla="*/ 0 h 5058263"/>
              <a:gd name="connsiteX2" fmla="*/ 3203647 w 4116027"/>
              <a:gd name="connsiteY2" fmla="*/ 1439014 h 5058263"/>
              <a:gd name="connsiteX3" fmla="*/ 4116027 w 4116027"/>
              <a:gd name="connsiteY3" fmla="*/ 1439014 h 5058263"/>
              <a:gd name="connsiteX4" fmla="*/ 4116027 w 4116027"/>
              <a:gd name="connsiteY4" fmla="*/ 5058263 h 5058263"/>
              <a:gd name="connsiteX5" fmla="*/ 0 w 4116027"/>
              <a:gd name="connsiteY5" fmla="*/ 5058263 h 5058263"/>
              <a:gd name="connsiteX0" fmla="*/ 3203647 w 4116027"/>
              <a:gd name="connsiteY0" fmla="*/ 1439014 h 5058263"/>
              <a:gd name="connsiteX1" fmla="*/ 4116027 w 4116027"/>
              <a:gd name="connsiteY1" fmla="*/ 1439014 h 5058263"/>
              <a:gd name="connsiteX2" fmla="*/ 4116027 w 4116027"/>
              <a:gd name="connsiteY2" fmla="*/ 5058263 h 5058263"/>
              <a:gd name="connsiteX3" fmla="*/ 0 w 4116027"/>
              <a:gd name="connsiteY3" fmla="*/ 5058263 h 5058263"/>
              <a:gd name="connsiteX4" fmla="*/ 0 w 4116027"/>
              <a:gd name="connsiteY4" fmla="*/ 0 h 5058263"/>
              <a:gd name="connsiteX5" fmla="*/ 3203647 w 4116027"/>
              <a:gd name="connsiteY5" fmla="*/ 0 h 5058263"/>
              <a:gd name="connsiteX6" fmla="*/ 3295087 w 4116027"/>
              <a:gd name="connsiteY6" fmla="*/ 1530454 h 5058263"/>
              <a:gd name="connsiteX0" fmla="*/ 3203647 w 4116027"/>
              <a:gd name="connsiteY0" fmla="*/ 1439014 h 5058263"/>
              <a:gd name="connsiteX1" fmla="*/ 4116027 w 4116027"/>
              <a:gd name="connsiteY1" fmla="*/ 1439014 h 5058263"/>
              <a:gd name="connsiteX2" fmla="*/ 4116027 w 4116027"/>
              <a:gd name="connsiteY2" fmla="*/ 5058263 h 5058263"/>
              <a:gd name="connsiteX3" fmla="*/ 0 w 4116027"/>
              <a:gd name="connsiteY3" fmla="*/ 5058263 h 5058263"/>
              <a:gd name="connsiteX4" fmla="*/ 0 w 4116027"/>
              <a:gd name="connsiteY4" fmla="*/ 0 h 5058263"/>
              <a:gd name="connsiteX5" fmla="*/ 3203647 w 4116027"/>
              <a:gd name="connsiteY5" fmla="*/ 0 h 5058263"/>
              <a:gd name="connsiteX0" fmla="*/ 4116027 w 4116027"/>
              <a:gd name="connsiteY0" fmla="*/ 1439014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3203647 w 4116027"/>
              <a:gd name="connsiteY4" fmla="*/ 0 h 5058263"/>
              <a:gd name="connsiteX0" fmla="*/ 4110211 w 4116027"/>
              <a:gd name="connsiteY0" fmla="*/ 154939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3203647 w 4116027"/>
              <a:gd name="connsiteY4" fmla="*/ 0 h 5058263"/>
              <a:gd name="connsiteX0" fmla="*/ 4110211 w 4116027"/>
              <a:gd name="connsiteY0" fmla="*/ 154939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858576 w 4116027"/>
              <a:gd name="connsiteY4" fmla="*/ 0 h 5058263"/>
              <a:gd name="connsiteX0" fmla="*/ 4110211 w 4116027"/>
              <a:gd name="connsiteY0" fmla="*/ 175176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858576 w 4116027"/>
              <a:gd name="connsiteY4" fmla="*/ 0 h 5058263"/>
              <a:gd name="connsiteX0" fmla="*/ 4110211 w 4116027"/>
              <a:gd name="connsiteY0" fmla="*/ 175176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556812 w 4116027"/>
              <a:gd name="connsiteY4" fmla="*/ 6142 h 5058263"/>
              <a:gd name="connsiteX0" fmla="*/ 4110211 w 4116027"/>
              <a:gd name="connsiteY0" fmla="*/ 175176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470533 w 4116027"/>
              <a:gd name="connsiteY4" fmla="*/ 1434 h 5058263"/>
              <a:gd name="connsiteX0" fmla="*/ 4109005 w 4116027"/>
              <a:gd name="connsiteY0" fmla="*/ 1610052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470533 w 4116027"/>
              <a:gd name="connsiteY4" fmla="*/ 1434 h 5058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16027" h="5058263">
                <a:moveTo>
                  <a:pt x="4109005" y="1610052"/>
                </a:moveTo>
                <a:cubicBezTo>
                  <a:pt x="4110944" y="2779674"/>
                  <a:pt x="4114088" y="3888641"/>
                  <a:pt x="4116027" y="5058263"/>
                </a:cubicBezTo>
                <a:lnTo>
                  <a:pt x="0" y="5058263"/>
                </a:lnTo>
                <a:lnTo>
                  <a:pt x="0" y="0"/>
                </a:lnTo>
                <a:lnTo>
                  <a:pt x="2470533" y="1434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9751C-D8DD-E120-81A8-CE22FE49D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175" y="703736"/>
            <a:ext cx="4285881" cy="1810864"/>
          </a:xfrm>
          <a:noFill/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CISC VS RISC ARCHITECTURE</a:t>
            </a:r>
            <a:endParaRPr lang="en-IN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2CE3B-BF71-39BB-C346-AA7531C1D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607" y="3366101"/>
            <a:ext cx="7364321" cy="1954599"/>
          </a:xfrm>
        </p:spPr>
        <p:txBody>
          <a:bodyPr anchor="b"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odern Love" panose="04090805081005020601" pitchFamily="82" charset="0"/>
              </a:rPr>
              <a:t>Computer </a:t>
            </a:r>
            <a:r>
              <a:rPr lang="en-US" sz="4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odern Love" panose="04090805081005020601" pitchFamily="82" charset="0"/>
              </a:rPr>
              <a:t>Organisation</a:t>
            </a: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odern Love" panose="04090805081005020601" pitchFamily="82" charset="0"/>
              </a:rPr>
              <a:t> &amp;  Architecture </a:t>
            </a:r>
            <a:endParaRPr lang="en-IN" sz="4000" b="1" dirty="0">
              <a:solidFill>
                <a:schemeClr val="accent1">
                  <a:lumMod val="60000"/>
                  <a:lumOff val="40000"/>
                </a:schemeClr>
              </a:solidFill>
              <a:latin typeface="Modern Love" panose="04090805081005020601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46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3F90-EC5A-80A0-CC82-D3ECA70BB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174" y="232172"/>
            <a:ext cx="10343761" cy="624475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CISC VS RISC ARCHITECTURE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7E2E8-03C9-9C4D-EABB-98F3EF01F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119" y="991402"/>
            <a:ext cx="10343761" cy="5101389"/>
          </a:xfrm>
        </p:spPr>
        <p:txBody>
          <a:bodyPr>
            <a:normAutofit fontScale="92500"/>
          </a:bodyPr>
          <a:lstStyle/>
          <a:p>
            <a:r>
              <a:rPr lang="en-US" sz="2800" b="1" dirty="0"/>
              <a:t>CISC is a computer architecture in which the processor supports a large number of complex instructions. </a:t>
            </a:r>
          </a:p>
          <a:p>
            <a:r>
              <a:rPr lang="en-US" sz="2800" b="1" dirty="0"/>
              <a:t>Each instruction can perform multiple low-level operations, such as loading data from memory, performing an arithmetic operation, and storing the result back to memory — all in a single instruction.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</a:rPr>
              <a:t>CISC instruction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</a:rPr>
              <a:t>ADD A, B </a:t>
            </a:r>
          </a:p>
          <a:p>
            <a:r>
              <a:rPr lang="en-US" sz="2800" b="1" dirty="0"/>
              <a:t>This might read A and B directly from memory, add them, and store the result back — all in one instruction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586103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78F32-0098-6E67-1FE1-202C33468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152" y="943276"/>
            <a:ext cx="10231654" cy="4918509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/>
              <a:t>Reduce the number of instructions in a program </a:t>
            </a:r>
          </a:p>
          <a:p>
            <a:pPr algn="just"/>
            <a:r>
              <a:rPr lang="en-US" sz="3200" b="1" dirty="0"/>
              <a:t>Make programming easier (especially in assembly) </a:t>
            </a:r>
          </a:p>
          <a:p>
            <a:pPr algn="just"/>
            <a:r>
              <a:rPr lang="en-US" sz="3200" b="1" dirty="0"/>
              <a:t>Reduce memory usage by writing fewer lines of code.</a:t>
            </a:r>
          </a:p>
          <a:p>
            <a:pPr algn="just"/>
            <a:r>
              <a:rPr lang="en-US" sz="2800" dirty="0"/>
              <a:t>Instead of </a:t>
            </a:r>
            <a:r>
              <a:rPr lang="en-US" sz="2800" b="1" dirty="0"/>
              <a:t>LOAD A, B; ADD A, C; STORE A, D </a:t>
            </a:r>
            <a:r>
              <a:rPr lang="en-US" sz="2800" dirty="0"/>
              <a:t>, a CISC might have a single instruction like ADD [B], [C], [D] (hypothetical, but illustrates the point) that adds values at memory locations B and C and puts the result in D. </a:t>
            </a:r>
            <a:endParaRPr lang="en-IN" sz="4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5E794-D15D-2267-30D6-77BD8E273134}"/>
              </a:ext>
            </a:extLst>
          </p:cNvPr>
          <p:cNvSpPr txBox="1"/>
          <p:nvPr/>
        </p:nvSpPr>
        <p:spPr>
          <a:xfrm>
            <a:off x="834991" y="272533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3600" b="1" dirty="0"/>
              <a:t>Objectives of CISC: </a:t>
            </a:r>
          </a:p>
        </p:txBody>
      </p:sp>
    </p:spTree>
    <p:extLst>
      <p:ext uri="{BB962C8B-B14F-4D97-AF65-F5344CB8AC3E}">
        <p14:creationId xmlns:p14="http://schemas.microsoft.com/office/powerpoint/2010/main" val="679745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722A1-4108-AE68-4088-5BAB885D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175" y="376551"/>
            <a:ext cx="8977511" cy="412721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5853B9-A748-C3DF-0A19-15CBC08BE2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1465" y="971715"/>
            <a:ext cx="5308890" cy="491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59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92D6A-3537-7AF4-B6F0-7CD198C76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26" y="924025"/>
            <a:ext cx="10202779" cy="4908884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00000"/>
              </a:lnSpc>
              <a:spcBef>
                <a:spcPts val="75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3200" b="1" dirty="0">
                <a:solidFill>
                  <a:srgbClr val="0A0A0A"/>
                </a:solidFill>
                <a:latin typeface="Google Sans"/>
              </a:rPr>
              <a:t> Fetch:</a:t>
            </a:r>
            <a:r>
              <a:rPr lang="en-US" sz="3200" dirty="0">
                <a:solidFill>
                  <a:srgbClr val="0A0A0A"/>
                </a:solidFill>
                <a:latin typeface="Google Sans"/>
              </a:rPr>
              <a:t> The CPU fetches a complex instruction (e.g., </a:t>
            </a:r>
            <a:r>
              <a:rPr lang="en-US" sz="3200" dirty="0">
                <a:solidFill>
                  <a:srgbClr val="0A0A0A"/>
                </a:solidFill>
                <a:latin typeface="Courier New" panose="02070309020205020404" pitchFamily="49" charset="0"/>
              </a:rPr>
              <a:t>ADD M1, M2</a:t>
            </a:r>
            <a:r>
              <a:rPr lang="en-US" sz="3200" dirty="0">
                <a:solidFill>
                  <a:srgbClr val="0A0A0A"/>
                </a:solidFill>
                <a:latin typeface="Google Sans"/>
              </a:rPr>
              <a:t>) from memory.</a:t>
            </a:r>
          </a:p>
          <a:p>
            <a:pPr algn="just">
              <a:lnSpc>
                <a:spcPct val="100000"/>
              </a:lnSpc>
              <a:spcBef>
                <a:spcPts val="75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3200" b="1" dirty="0">
                <a:solidFill>
                  <a:srgbClr val="0A0A0A"/>
                </a:solidFill>
                <a:latin typeface="Google Sans"/>
              </a:rPr>
              <a:t> Decode (Microprogram Control Unit):</a:t>
            </a:r>
            <a:r>
              <a:rPr lang="en-US" sz="3200" dirty="0">
                <a:solidFill>
                  <a:srgbClr val="0A0A0A"/>
                </a:solidFill>
                <a:latin typeface="Google Sans"/>
              </a:rPr>
              <a:t> The instruction goes to the Microprogram Control Unit. This unit looks up its control memory and generates a sequence of micro-instructions.</a:t>
            </a:r>
          </a:p>
          <a:p>
            <a:pPr algn="just">
              <a:lnSpc>
                <a:spcPct val="100000"/>
              </a:lnSpc>
              <a:spcBef>
                <a:spcPts val="75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3200" b="1" dirty="0">
                <a:solidFill>
                  <a:srgbClr val="0A0A0A"/>
                </a:solidFill>
                <a:latin typeface="Google Sans"/>
              </a:rPr>
              <a:t> Execute (Data Path):</a:t>
            </a:r>
            <a:r>
              <a:rPr lang="en-US" sz="3200" dirty="0">
                <a:solidFill>
                  <a:srgbClr val="0A0A0A"/>
                </a:solidFill>
                <a:latin typeface="Google Sans"/>
              </a:rPr>
              <a:t> These micro-instructions control the processor's hardware (ALU, registers, memory access) to perform the steps:</a:t>
            </a:r>
          </a:p>
          <a:p>
            <a:pPr marL="742950" lvl="1" indent="-285750" algn="just">
              <a:lnSpc>
                <a:spcPct val="100000"/>
              </a:lnSpc>
              <a:spcBef>
                <a:spcPts val="75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0A0A0A"/>
                </a:solidFill>
                <a:latin typeface="Google Sans"/>
              </a:rPr>
              <a:t>Load data from memory address M1 to a register.</a:t>
            </a:r>
          </a:p>
          <a:p>
            <a:pPr marL="742950" lvl="1" indent="-285750" algn="just">
              <a:lnSpc>
                <a:spcPct val="100000"/>
              </a:lnSpc>
              <a:spcBef>
                <a:spcPts val="75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0A0A0A"/>
                </a:solidFill>
                <a:latin typeface="Google Sans"/>
              </a:rPr>
              <a:t>Load data from memory address M2 to another register.</a:t>
            </a:r>
          </a:p>
          <a:p>
            <a:pPr marL="742950" lvl="1" indent="-285750" algn="just">
              <a:lnSpc>
                <a:spcPct val="100000"/>
              </a:lnSpc>
              <a:spcBef>
                <a:spcPts val="75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0A0A0A"/>
                </a:solidFill>
                <a:latin typeface="Google Sans"/>
              </a:rPr>
              <a:t>Add the values in the registers.</a:t>
            </a:r>
          </a:p>
          <a:p>
            <a:pPr marL="742950" lvl="1" indent="-285750" algn="just">
              <a:lnSpc>
                <a:spcPct val="100000"/>
              </a:lnSpc>
              <a:spcBef>
                <a:spcPts val="75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0A0A0A"/>
                </a:solidFill>
                <a:latin typeface="Google Sans"/>
              </a:rPr>
              <a:t>Store the result back to a specified memory location</a:t>
            </a:r>
          </a:p>
        </p:txBody>
      </p:sp>
    </p:spTree>
    <p:extLst>
      <p:ext uri="{BB962C8B-B14F-4D97-AF65-F5344CB8AC3E}">
        <p14:creationId xmlns:p14="http://schemas.microsoft.com/office/powerpoint/2010/main" val="1901242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6076-801A-B4D1-ED41-2D5AFF325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296" y="280299"/>
            <a:ext cx="8977511" cy="499348"/>
          </a:xfrm>
        </p:spPr>
        <p:txBody>
          <a:bodyPr>
            <a:normAutofit fontScale="90000"/>
          </a:bodyPr>
          <a:lstStyle/>
          <a:p>
            <a:r>
              <a:rPr lang="en-US" dirty="0"/>
              <a:t>Characteristics of CISC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71618-E396-D936-AE1A-E731A7381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946885"/>
            <a:ext cx="10363200" cy="496423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800" b="1" dirty="0"/>
              <a:t>1. Large Instruction Set </a:t>
            </a:r>
          </a:p>
          <a:p>
            <a:r>
              <a:rPr lang="en-US" sz="2800" b="1" dirty="0"/>
              <a:t>CISC processors may have hundreds of instructions </a:t>
            </a:r>
          </a:p>
          <a:p>
            <a:r>
              <a:rPr lang="en-US" sz="2800" b="1" dirty="0"/>
              <a:t>Some instructions are very complex and take many steps to execute </a:t>
            </a:r>
          </a:p>
          <a:p>
            <a:pPr marL="0" indent="0">
              <a:buNone/>
            </a:pPr>
            <a:r>
              <a:rPr lang="en-US" sz="2800" b="1" dirty="0"/>
              <a:t>2. Variable-Length Instructions </a:t>
            </a:r>
          </a:p>
          <a:p>
            <a:r>
              <a:rPr lang="en-US" sz="2800" b="1" dirty="0"/>
              <a:t>Instructions can be 1 byte, 2 bytes, or more </a:t>
            </a:r>
          </a:p>
          <a:p>
            <a:r>
              <a:rPr lang="en-US" sz="2800" b="1" dirty="0"/>
              <a:t>This makes instruction decoding slow and complex </a:t>
            </a:r>
          </a:p>
          <a:p>
            <a:pPr marL="0" indent="0">
              <a:buNone/>
            </a:pPr>
            <a:r>
              <a:rPr lang="en-US" sz="2800" b="1" dirty="0"/>
              <a:t>3. Memory-to-Memory Operations </a:t>
            </a:r>
          </a:p>
          <a:p>
            <a:r>
              <a:rPr lang="en-US" sz="2800" b="1" dirty="0"/>
              <a:t>Many CISC instructions can access memory directly</a:t>
            </a:r>
          </a:p>
          <a:p>
            <a:pPr marL="0" indent="0">
              <a:buNone/>
            </a:pPr>
            <a:r>
              <a:rPr lang="en-US" sz="2800" b="1" dirty="0"/>
              <a:t>4. Multiple Clock Cycles </a:t>
            </a:r>
          </a:p>
          <a:p>
            <a:r>
              <a:rPr lang="en-US" sz="2800" b="1" dirty="0"/>
              <a:t>A single instruction may take multiple clock cycles to complete</a:t>
            </a:r>
          </a:p>
          <a:p>
            <a:r>
              <a:rPr lang="en-US" sz="2800" dirty="0"/>
              <a:t>A </a:t>
            </a:r>
            <a:r>
              <a:rPr lang="en-US" sz="2800" b="1" dirty="0"/>
              <a:t>clock cycle</a:t>
            </a:r>
            <a:r>
              <a:rPr lang="en-US" sz="2800" dirty="0"/>
              <a:t> is the time taken by the processor clock to go from one state to the next.</a:t>
            </a:r>
          </a:p>
          <a:p>
            <a:r>
              <a:rPr lang="en-US" sz="2800" dirty="0"/>
              <a:t>The </a:t>
            </a:r>
            <a:r>
              <a:rPr lang="en-US" sz="2800" b="1" dirty="0"/>
              <a:t>speed of the processor</a:t>
            </a:r>
            <a:r>
              <a:rPr lang="en-US" sz="2800" dirty="0"/>
              <a:t> depends on how many clock cycles occur per second.</a:t>
            </a:r>
            <a:endParaRPr lang="en-US" sz="2800" b="1" dirty="0"/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736414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48558-F470-CD98-33DA-6055FA0CA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528" y="902368"/>
            <a:ext cx="9837019" cy="50532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/>
              <a:t>5. Microprogrammed Control Unit </a:t>
            </a:r>
          </a:p>
          <a:p>
            <a:r>
              <a:rPr lang="en-US" sz="2000" b="1" dirty="0"/>
              <a:t>CISC processors usually use a microprogrammed control unit </a:t>
            </a:r>
          </a:p>
          <a:p>
            <a:r>
              <a:rPr lang="en-US" sz="2000" b="1" dirty="0"/>
              <a:t>This increases hardware complexity but supports complex instructions </a:t>
            </a:r>
          </a:p>
          <a:p>
            <a:pPr marL="0" indent="0">
              <a:buNone/>
            </a:pPr>
            <a:r>
              <a:rPr lang="en-US" sz="2000" b="1" dirty="0"/>
              <a:t>6. Many Addressing Modes </a:t>
            </a:r>
          </a:p>
          <a:p>
            <a:r>
              <a:rPr lang="en-US" sz="2000" b="1" dirty="0"/>
              <a:t>Supports many ways to access memory (direct, indirect, indexed, etc.) </a:t>
            </a:r>
          </a:p>
          <a:p>
            <a:pPr marL="0" indent="0">
              <a:buNone/>
            </a:pPr>
            <a:r>
              <a:rPr lang="en-US" sz="2000" b="1" dirty="0"/>
              <a:t>7. Difficult to Pipeline </a:t>
            </a:r>
          </a:p>
          <a:p>
            <a:r>
              <a:rPr lang="en-US" sz="2000" b="1" dirty="0"/>
              <a:t>Because instructions vary in length and execution time, pipelining is inefficient </a:t>
            </a:r>
          </a:p>
          <a:p>
            <a:r>
              <a:rPr lang="en-US" sz="2000" b="1" dirty="0"/>
              <a:t>Pipelining means dividing the execution of an instruction into multiple stages and overlapping these stages for different instructions to improve overall CPU performance and throughput</a:t>
            </a:r>
            <a:r>
              <a:rPr lang="en-US" sz="2000" dirty="0"/>
              <a:t>. </a:t>
            </a:r>
          </a:p>
          <a:p>
            <a:r>
              <a:rPr lang="en-US" sz="2000" b="1" dirty="0"/>
              <a:t>Examples of CISC: </a:t>
            </a:r>
          </a:p>
          <a:p>
            <a:pPr marL="0" indent="0">
              <a:buNone/>
            </a:pPr>
            <a:r>
              <a:rPr lang="en-US" sz="2000" b="1" dirty="0"/>
              <a:t>	•Intel x86 family (8086, 80286, Pentium, etc.) 	•VAX 	•Motorola 68000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894004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66038-7F6A-D216-887C-6D13F8A96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21" y="261048"/>
            <a:ext cx="10266758" cy="547474"/>
          </a:xfrm>
        </p:spPr>
        <p:txBody>
          <a:bodyPr>
            <a:normAutofit fontScale="90000"/>
          </a:bodyPr>
          <a:lstStyle/>
          <a:p>
            <a:r>
              <a:rPr lang="en-US" dirty="0"/>
              <a:t>RISC- REDUCED INSTRUCTION SET COMPUTERS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218E2-9BAD-465D-4E44-203A2EE57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528" y="933651"/>
            <a:ext cx="10266758" cy="4841507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RISC simplifies processor design by using </a:t>
            </a:r>
            <a:r>
              <a:rPr lang="en-US" sz="2400" b="1" dirty="0"/>
              <a:t>a small, uniform set of instructions. </a:t>
            </a:r>
          </a:p>
          <a:p>
            <a:pPr algn="just"/>
            <a:r>
              <a:rPr lang="en-US" sz="2400" dirty="0"/>
              <a:t>Each instruction </a:t>
            </a:r>
            <a:r>
              <a:rPr lang="en-US" sz="2400" b="1" dirty="0"/>
              <a:t>performs a basic operation (e.g., load, compute, store) </a:t>
            </a:r>
            <a:r>
              <a:rPr lang="en-US" sz="2400" dirty="0"/>
              <a:t>and </a:t>
            </a:r>
          </a:p>
          <a:p>
            <a:pPr algn="just"/>
            <a:r>
              <a:rPr lang="en-US" sz="2400" dirty="0"/>
              <a:t>is designed to execute in a single clock cycle, enabling efficient pipelining and simpler hardware.</a:t>
            </a:r>
          </a:p>
          <a:p>
            <a:pPr algn="just"/>
            <a:r>
              <a:rPr lang="en-US" sz="2400" dirty="0"/>
              <a:t>One machine instruction per machine cycle:-  A machine cycle is defined to be the time it takes to fetch two operands from registers, perform an ALU operation, and store the result in a register. </a:t>
            </a:r>
          </a:p>
          <a:p>
            <a:pPr algn="just"/>
            <a:r>
              <a:rPr lang="en-US" sz="2400" dirty="0"/>
              <a:t>Example: ARM(</a:t>
            </a:r>
            <a:r>
              <a:rPr lang="en-IN" dirty="0"/>
              <a:t>Advanced RISC Machine)</a:t>
            </a:r>
            <a:r>
              <a:rPr lang="en-US" sz="2400" dirty="0"/>
              <a:t>, MIPS, SPARC, RISC-V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65149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0F048-A583-7652-A191-A4C26009B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671" y="336883"/>
            <a:ext cx="8977511" cy="500515"/>
          </a:xfrm>
        </p:spPr>
        <p:txBody>
          <a:bodyPr>
            <a:normAutofit fontScale="90000"/>
          </a:bodyPr>
          <a:lstStyle/>
          <a:p>
            <a:r>
              <a:rPr lang="en-US" dirty="0"/>
              <a:t>Characteristics of RISC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87DDE-9192-00EE-306A-3F66DB3C0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1402" y="1039528"/>
            <a:ext cx="10818796" cy="4639377"/>
          </a:xfrm>
        </p:spPr>
        <p:txBody>
          <a:bodyPr>
            <a:normAutofit/>
          </a:bodyPr>
          <a:lstStyle/>
          <a:p>
            <a:pPr fontAlgn="base"/>
            <a:r>
              <a:rPr lang="en-US" sz="2800" dirty="0"/>
              <a:t>Simpler instruction, hence simple instruction decoding.</a:t>
            </a:r>
          </a:p>
          <a:p>
            <a:pPr fontAlgn="base"/>
            <a:r>
              <a:rPr lang="en-US" sz="2800" dirty="0"/>
              <a:t>Instruction comes in the form of one word.</a:t>
            </a:r>
          </a:p>
          <a:p>
            <a:pPr fontAlgn="base"/>
            <a:r>
              <a:rPr lang="en-US" sz="2800" dirty="0"/>
              <a:t>An instruction takes a single clock cycle to get executed.</a:t>
            </a:r>
          </a:p>
          <a:p>
            <a:pPr fontAlgn="base"/>
            <a:r>
              <a:rPr lang="en-US" sz="2800" dirty="0"/>
              <a:t>More general-purpose registers for register-to-register operations.</a:t>
            </a:r>
          </a:p>
          <a:p>
            <a:pPr fontAlgn="base"/>
            <a:r>
              <a:rPr lang="en-US" sz="2800" dirty="0"/>
              <a:t>Simple Addressing Modes.</a:t>
            </a:r>
          </a:p>
          <a:p>
            <a:pPr fontAlgn="base"/>
            <a:r>
              <a:rPr lang="en-US" sz="2800" dirty="0"/>
              <a:t>Optimized for pipelining due to uniform instruction size and simplicity.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35085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90CA1-A501-1EA6-47A4-C59E19A10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822" y="340572"/>
            <a:ext cx="8977511" cy="464972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</a:t>
            </a:r>
            <a:endParaRPr lang="en-IN" dirty="0"/>
          </a:p>
        </p:txBody>
      </p:sp>
      <p:pic>
        <p:nvPicPr>
          <p:cNvPr id="1026" name="Picture 2" descr="What is RISC Processor? Architecture, Instruction Sets, Pipelining,  Examples, Advantages &amp; Disadvantages - Binary Terms">
            <a:extLst>
              <a:ext uri="{FF2B5EF4-FFF2-40B4-BE49-F238E27FC236}">
                <a16:creationId xmlns:a16="http://schemas.microsoft.com/office/drawing/2014/main" id="{85DF2E7B-580C-C1F5-E27D-EA5FE0D908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842" y="340572"/>
            <a:ext cx="7514772" cy="623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5770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C0605-A4E4-8218-A544-424313BE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798" y="415052"/>
            <a:ext cx="8977511" cy="403096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Principles of RISC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79E38-B566-0644-278D-D7FAF2890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278" y="1087655"/>
            <a:ext cx="10106526" cy="488000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</a:rPr>
              <a:t>1. Load/Store Architecture </a:t>
            </a:r>
          </a:p>
          <a:p>
            <a:r>
              <a:rPr lang="en-US" sz="2800" b="1" dirty="0"/>
              <a:t>Only two types of instructions can access memory: </a:t>
            </a:r>
          </a:p>
          <a:p>
            <a:r>
              <a:rPr lang="en-US" sz="2800" b="1" dirty="0"/>
              <a:t>LOAD–Transfers data from memory to register </a:t>
            </a:r>
          </a:p>
          <a:p>
            <a:r>
              <a:rPr lang="en-US" sz="2800" b="1" dirty="0"/>
              <a:t>STORE–Transfers data from register to memory  </a:t>
            </a:r>
          </a:p>
          <a:p>
            <a:r>
              <a:rPr lang="en-US" sz="2800" b="1" dirty="0"/>
              <a:t>All other operations are done between registers </a:t>
            </a:r>
          </a:p>
          <a:p>
            <a:r>
              <a:rPr lang="en-US" sz="2800" b="1" dirty="0"/>
              <a:t>LOAD R1, A </a:t>
            </a:r>
          </a:p>
          <a:p>
            <a:r>
              <a:rPr lang="en-US" sz="2800" b="1" dirty="0"/>
              <a:t>LOAD R2, B </a:t>
            </a:r>
          </a:p>
          <a:p>
            <a:r>
              <a:rPr lang="en-US" sz="2800" b="1" dirty="0"/>
              <a:t>ADD R3, R1, R2 </a:t>
            </a:r>
          </a:p>
          <a:p>
            <a:r>
              <a:rPr lang="en-US" sz="2800" b="1" dirty="0"/>
              <a:t>STORE R3, C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678228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917CA-8CE6-5EC4-F047-2937562CD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651" y="1010653"/>
            <a:ext cx="10202777" cy="48607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</a:rPr>
              <a:t>2. Fixed-Length Instructions </a:t>
            </a:r>
          </a:p>
          <a:p>
            <a:r>
              <a:rPr lang="en-US" sz="2800" b="1" dirty="0"/>
              <a:t>All instructions are same length (usually 32 bits) </a:t>
            </a:r>
          </a:p>
          <a:p>
            <a:r>
              <a:rPr lang="en-US" sz="2800" b="1" dirty="0"/>
              <a:t>This allows: • Faster fetching • Easier decoding • Efficient pipelining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</a:rPr>
              <a:t>3. Large Number of Registers </a:t>
            </a:r>
          </a:p>
          <a:p>
            <a:r>
              <a:rPr lang="en-US" sz="2800" b="1" dirty="0"/>
              <a:t>RISC processors have more general-purpose registers </a:t>
            </a:r>
          </a:p>
          <a:p>
            <a:r>
              <a:rPr lang="en-US" sz="2800" b="1" dirty="0"/>
              <a:t>This: • Reduces memory access • Increases speed.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</a:rPr>
              <a:t>4. Simple Addressing Modes </a:t>
            </a:r>
          </a:p>
          <a:p>
            <a:r>
              <a:rPr lang="en-US" sz="2800" b="1" dirty="0"/>
              <a:t>Very few addressing modes (usually 3–5) </a:t>
            </a:r>
          </a:p>
          <a:p>
            <a:r>
              <a:rPr lang="en-US" sz="2800" b="1" dirty="0"/>
              <a:t>Makes circuit design simple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032849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733FD-19BA-9D5C-F777-F498C0E44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9903" y="1106905"/>
            <a:ext cx="10260531" cy="44276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5. Hardwired Control Unit </a:t>
            </a:r>
          </a:p>
          <a:p>
            <a:r>
              <a:rPr lang="en-US" sz="2400" b="1" dirty="0"/>
              <a:t>Uses a hardwired control unit instead of microprogramming </a:t>
            </a:r>
          </a:p>
          <a:p>
            <a:r>
              <a:rPr lang="en-US" sz="2400" b="1" dirty="0"/>
              <a:t>This is faster and more efficient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6. Easy Pipelining</a:t>
            </a:r>
          </a:p>
          <a:p>
            <a:r>
              <a:rPr lang="en-US" sz="2400" b="1" dirty="0"/>
              <a:t>boosts performance by breaking instruction execution into stages (like Fetch, Decode, Execute, Memory, Writeback) and overlapping them)</a:t>
            </a:r>
          </a:p>
          <a:p>
            <a:pPr marL="0" indent="0">
              <a:buNone/>
            </a:pPr>
            <a:endParaRPr lang="en-IN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45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10658-F9B6-DD84-965E-265BF63C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413" y="86627"/>
            <a:ext cx="8977511" cy="784231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	RISC 	VS	CISC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36121A-DF90-1251-72DE-055360C3E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601" y="1145406"/>
            <a:ext cx="10300798" cy="472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7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E6B3A8-FF03-670B-5512-0D23928B6D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713" y="959031"/>
            <a:ext cx="10048574" cy="490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86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144D6-D6CD-46E8-5A46-08380E837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48" y="376552"/>
            <a:ext cx="8977511" cy="431972"/>
          </a:xfrm>
        </p:spPr>
        <p:txBody>
          <a:bodyPr>
            <a:normAutofit fontScale="90000"/>
          </a:bodyPr>
          <a:lstStyle/>
          <a:p>
            <a:r>
              <a:rPr lang="en-US" dirty="0"/>
              <a:t>Risc assembly  language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1D7FA-7C95-DF29-A67F-B3099F101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164657"/>
            <a:ext cx="9500673" cy="44083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What is Assembly Language?</a:t>
            </a:r>
          </a:p>
          <a:p>
            <a:r>
              <a:rPr lang="en-US" sz="2400" dirty="0"/>
              <a:t>Assembly language is a </a:t>
            </a:r>
            <a:r>
              <a:rPr lang="en-US" sz="2400" b="1" dirty="0"/>
              <a:t>low-level programming language</a:t>
            </a:r>
            <a:r>
              <a:rPr lang="en-US" sz="2400" dirty="0"/>
              <a:t> that uses </a:t>
            </a:r>
            <a:r>
              <a:rPr lang="en-US" sz="2400" b="1" dirty="0"/>
              <a:t>mnemonics</a:t>
            </a:r>
            <a:r>
              <a:rPr lang="en-US" sz="2400" dirty="0"/>
              <a:t> to represent machine instructions.</a:t>
            </a:r>
          </a:p>
          <a:p>
            <a:r>
              <a:rPr lang="en-US" sz="2400" dirty="0"/>
              <a:t>ADD R1, R2, R3</a:t>
            </a:r>
          </a:p>
          <a:p>
            <a:r>
              <a:rPr lang="en-US" sz="2400" dirty="0"/>
              <a:t>R1 ← R2 + R3</a:t>
            </a:r>
          </a:p>
          <a:p>
            <a:r>
              <a:rPr lang="en-US" sz="2400" b="1" dirty="0"/>
              <a:t>General format : OPCODE  DEST, SOURCE1, SOURCE2</a:t>
            </a:r>
          </a:p>
          <a:p>
            <a:pPr marL="0" indent="0">
              <a:buNone/>
            </a:pPr>
            <a:r>
              <a:rPr lang="pt-BR" sz="2400" b="1" dirty="0"/>
              <a:t>START:      	ADD     R1, R2, R3    ;		 R1 = R2 + R3</a:t>
            </a:r>
          </a:p>
          <a:p>
            <a:pPr marL="0" indent="0">
              <a:buNone/>
            </a:pPr>
            <a:r>
              <a:rPr lang="pt-BR" sz="2400" b="1" dirty="0"/>
              <a:t>            		SUB     R4, R1, #5    ; 		R4 = R1 - 5</a:t>
            </a:r>
            <a:endParaRPr lang="en-US" sz="2400" b="1" dirty="0"/>
          </a:p>
          <a:p>
            <a:pPr marL="0" indent="0">
              <a:buNone/>
            </a:pP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12482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7998D-17ED-D9A0-AC61-33DD02434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8751-E1CC-9F3F-E223-5FDE1F4C8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887" y="319445"/>
            <a:ext cx="10264549" cy="384391"/>
          </a:xfrm>
        </p:spPr>
        <p:txBody>
          <a:bodyPr>
            <a:noAutofit/>
          </a:bodyPr>
          <a:lstStyle/>
          <a:p>
            <a:r>
              <a:rPr lang="en-US" sz="2000" dirty="0"/>
              <a:t>BASIC ASSEMBLER FEATURES </a:t>
            </a:r>
            <a:endParaRPr lang="en-IN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5F251-11A1-DDAD-222D-7C6FE79CA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279" y="1020280"/>
            <a:ext cx="10000648" cy="4726002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Translates mnemonic operation codes to their machine language equivalents and assigning machine addresses to symbolic labels used by the programmer.</a:t>
            </a:r>
          </a:p>
          <a:p>
            <a:pPr algn="just"/>
            <a:r>
              <a:rPr lang="en-US" sz="2200" dirty="0" err="1"/>
              <a:t>ie</a:t>
            </a:r>
            <a:r>
              <a:rPr lang="en-US" sz="2200" dirty="0"/>
              <a:t>, Program for converting instructions within low-level assembly code into relocatable machine code. It generates instructions by evaluating the mnemonics in the operation field and find the value of symbols and literals to produce </a:t>
            </a:r>
          </a:p>
          <a:p>
            <a:pPr algn="just"/>
            <a:endParaRPr lang="en-IN" sz="2400" dirty="0"/>
          </a:p>
        </p:txBody>
      </p:sp>
      <p:pic>
        <p:nvPicPr>
          <p:cNvPr id="1026" name="Picture 2" descr="Assembler">
            <a:extLst>
              <a:ext uri="{FF2B5EF4-FFF2-40B4-BE49-F238E27FC236}">
                <a16:creationId xmlns:a16="http://schemas.microsoft.com/office/drawing/2014/main" id="{C3139EEC-AA6D-D107-6209-9ECD2AFB5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9961" y="3200401"/>
            <a:ext cx="5575897" cy="3751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074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687AD-0210-80C0-C050-C49F1C2C6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278" y="317634"/>
            <a:ext cx="10116151" cy="5524901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Design Principle : RISC V: Simplicity favors regularity </a:t>
            </a:r>
          </a:p>
          <a:p>
            <a:r>
              <a:rPr lang="en-US" dirty="0"/>
              <a:t>Consistent instruction format </a:t>
            </a:r>
          </a:p>
          <a:p>
            <a:r>
              <a:rPr lang="en-US" dirty="0"/>
              <a:t>Same number of operands (two sources and one destination) </a:t>
            </a:r>
          </a:p>
          <a:p>
            <a:r>
              <a:rPr lang="en-US" dirty="0"/>
              <a:t>Easier to encode and handle in hardware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5B8F2F-A881-84F5-F43E-9E02A811B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198" y="2344370"/>
            <a:ext cx="7130241" cy="21692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F664B5-F21C-3581-DB48-AC25261DA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464" y="4513630"/>
            <a:ext cx="5919536" cy="234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378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656DF-27E2-E101-7C5E-CB0399A7B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152" y="1116531"/>
            <a:ext cx="10222029" cy="474525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dirty="0"/>
              <a:t>RISC-V includes only simple, commonly used instructions </a:t>
            </a:r>
          </a:p>
          <a:p>
            <a:pPr algn="just"/>
            <a:r>
              <a:rPr lang="en-US" sz="3200" dirty="0"/>
              <a:t>Hardware to decode and execute instructions can be simple, small, and fast. </a:t>
            </a:r>
          </a:p>
          <a:p>
            <a:pPr algn="just"/>
            <a:r>
              <a:rPr lang="en-US" sz="3200" dirty="0"/>
              <a:t>More complex instructions (that are less common) performed using multiple simple instructions . </a:t>
            </a:r>
          </a:p>
          <a:p>
            <a:pPr algn="just"/>
            <a:r>
              <a:rPr lang="en-US" sz="3200" dirty="0"/>
              <a:t>RISC-V is a reduced instruction set computer (RISC), with a small number of simple instructions. </a:t>
            </a:r>
          </a:p>
          <a:p>
            <a:pPr algn="just"/>
            <a:r>
              <a:rPr lang="en-US" sz="3200" dirty="0"/>
              <a:t>Other architectures, such as Intel's x86, are complex instruction set computers(CISC)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50727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4C1E9-C013-2830-14F0-875D59348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9BBD97-DADA-6D1E-F6D6-D2B275359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708" y="1761808"/>
            <a:ext cx="15552173" cy="66208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02A35F-2B7C-F715-8FFE-2B7F64AE90FC}"/>
              </a:ext>
            </a:extLst>
          </p:cNvPr>
          <p:cNvSpPr txBox="1"/>
          <p:nvPr/>
        </p:nvSpPr>
        <p:spPr>
          <a:xfrm>
            <a:off x="522514" y="1071125"/>
            <a:ext cx="103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Line </a:t>
            </a:r>
            <a:r>
              <a:rPr lang="en-US" dirty="0" err="1">
                <a:highlight>
                  <a:srgbClr val="FFFF00"/>
                </a:highlight>
              </a:rPr>
              <a:t>nos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208D5A-D08A-572F-B897-F35576560C5B}"/>
              </a:ext>
            </a:extLst>
          </p:cNvPr>
          <p:cNvSpPr txBox="1"/>
          <p:nvPr/>
        </p:nvSpPr>
        <p:spPr>
          <a:xfrm>
            <a:off x="1899573" y="1042404"/>
            <a:ext cx="1175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Address Labels 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DEA24-68F6-4CE9-6527-717A3B27AE4A}"/>
              </a:ext>
            </a:extLst>
          </p:cNvPr>
          <p:cNvSpPr txBox="1"/>
          <p:nvPr/>
        </p:nvSpPr>
        <p:spPr>
          <a:xfrm>
            <a:off x="3116075" y="862456"/>
            <a:ext cx="1627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Mnemonic opcode of Instructions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13CB1E-CE77-C60D-F778-F3BF47F89396}"/>
              </a:ext>
            </a:extLst>
          </p:cNvPr>
          <p:cNvSpPr txBox="1"/>
          <p:nvPr/>
        </p:nvSpPr>
        <p:spPr>
          <a:xfrm>
            <a:off x="4445841" y="1255791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Operands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7D5EE2-DD75-2E19-0C2C-043726E982E2}"/>
              </a:ext>
            </a:extLst>
          </p:cNvPr>
          <p:cNvSpPr txBox="1"/>
          <p:nvPr/>
        </p:nvSpPr>
        <p:spPr>
          <a:xfrm>
            <a:off x="6477802" y="1255791"/>
            <a:ext cx="1257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Comments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145DF95-9A03-2457-FC8C-EBE3ABAC6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45082"/>
            <a:ext cx="10691265" cy="510089"/>
          </a:xfrm>
        </p:spPr>
        <p:txBody>
          <a:bodyPr>
            <a:normAutofit fontScale="90000"/>
          </a:bodyPr>
          <a:lstStyle/>
          <a:p>
            <a:r>
              <a:rPr lang="en-US" dirty="0"/>
              <a:t>ASSEMBLER LANGUAGE PROGRAM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0346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7F57B-208D-2F1E-DB31-1E7E4B7E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1AC6-69CB-A15B-791E-E786ADE2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361" y="108857"/>
            <a:ext cx="10691265" cy="522514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 with the object code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A563E5-C6F8-D46A-D2CF-E5A0824B9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314" y="1155700"/>
            <a:ext cx="11462657" cy="54273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2CDE0D-E1C1-0567-2714-B913FE46CE9D}"/>
              </a:ext>
            </a:extLst>
          </p:cNvPr>
          <p:cNvSpPr txBox="1"/>
          <p:nvPr/>
        </p:nvSpPr>
        <p:spPr>
          <a:xfrm>
            <a:off x="7615760" y="739426"/>
            <a:ext cx="2677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Binary Object Code in Hexa decimal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6D30B-726D-F0B1-2D4C-7FA5382DDFC6}"/>
              </a:ext>
            </a:extLst>
          </p:cNvPr>
          <p:cNvSpPr txBox="1"/>
          <p:nvPr/>
        </p:nvSpPr>
        <p:spPr>
          <a:xfrm>
            <a:off x="1692099" y="724479"/>
            <a:ext cx="1559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Machine Address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71544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4D4EF-9438-F606-AD09-EBFED0C52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2B94B-557B-64B1-60A5-0859C899B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496" y="968485"/>
            <a:ext cx="10685134" cy="5112802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Assembler Directives </a:t>
            </a:r>
            <a:r>
              <a:rPr lang="en-US" sz="2400" dirty="0"/>
              <a:t>must be processed along with the translating instructions.</a:t>
            </a:r>
          </a:p>
          <a:p>
            <a:pPr lvl="1"/>
            <a:r>
              <a:rPr lang="en-US" sz="2000" dirty="0"/>
              <a:t>They are not translated into the machine instructions, </a:t>
            </a:r>
          </a:p>
          <a:p>
            <a:pPr lvl="1"/>
            <a:r>
              <a:rPr lang="en-US" sz="2000" dirty="0"/>
              <a:t>But provide instructions to the assembler itself</a:t>
            </a:r>
          </a:p>
          <a:p>
            <a:r>
              <a:rPr lang="en-US" sz="2400" dirty="0"/>
              <a:t> START, END – Specifies the starting memory address and End of program respectively</a:t>
            </a:r>
          </a:p>
          <a:p>
            <a:r>
              <a:rPr lang="en-US" sz="2400" dirty="0"/>
              <a:t>BYTE , WORD – Direct the assembler to generate constants as part of object program,</a:t>
            </a:r>
          </a:p>
          <a:p>
            <a:r>
              <a:rPr lang="en-US" sz="2400" dirty="0"/>
              <a:t>RESW, RESB – Instruct the assembler  to reserve memory locations without generating data values.</a:t>
            </a:r>
          </a:p>
          <a:p>
            <a:r>
              <a:rPr lang="en-IN" sz="2400" dirty="0"/>
              <a:t>Finally Assembler must write the generated object code onto some output device. This is later loaded into memory for execution.</a:t>
            </a:r>
          </a:p>
        </p:txBody>
      </p:sp>
      <p:sp>
        <p:nvSpPr>
          <p:cNvPr id="2" name="Title 9">
            <a:extLst>
              <a:ext uri="{FF2B5EF4-FFF2-40B4-BE49-F238E27FC236}">
                <a16:creationId xmlns:a16="http://schemas.microsoft.com/office/drawing/2014/main" id="{93E95C1B-CCE6-9F9D-94BE-6C6EDB50F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524" y="285714"/>
            <a:ext cx="10691265" cy="510089"/>
          </a:xfrm>
        </p:spPr>
        <p:txBody>
          <a:bodyPr>
            <a:normAutofit fontScale="90000"/>
          </a:bodyPr>
          <a:lstStyle/>
          <a:p>
            <a:r>
              <a:rPr lang="en-US" dirty="0"/>
              <a:t>Assembler directives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859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26F4F-F121-9568-EE87-E253E4D00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656" y="1020278"/>
            <a:ext cx="10029524" cy="49666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What are Assembler Directives?</a:t>
            </a:r>
          </a:p>
          <a:p>
            <a:r>
              <a:rPr lang="en-US" sz="2400" b="1" dirty="0"/>
              <a:t>Assembler directives (pseudo-ops) do not generate machine code.</a:t>
            </a:r>
            <a:br>
              <a:rPr lang="en-US" sz="2400" b="1" dirty="0"/>
            </a:br>
            <a:r>
              <a:rPr lang="en-US" sz="2400" b="1" dirty="0"/>
              <a:t>They instruct the assembler how to:</a:t>
            </a:r>
          </a:p>
          <a:p>
            <a:r>
              <a:rPr lang="en-US" sz="2400" b="1" dirty="0"/>
              <a:t>Allocate memory</a:t>
            </a:r>
          </a:p>
          <a:p>
            <a:r>
              <a:rPr lang="en-US" sz="2400" b="1" dirty="0"/>
              <a:t>Define constants</a:t>
            </a:r>
          </a:p>
          <a:p>
            <a:r>
              <a:rPr lang="en-US" sz="2400" b="1" dirty="0"/>
              <a:t>Control program structure</a:t>
            </a:r>
          </a:p>
          <a:p>
            <a:endParaRPr lang="en-IN" sz="2400" b="1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2660955-E72F-E00C-028D-496F83C2E3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6813086"/>
              </p:ext>
            </p:extLst>
          </p:nvPr>
        </p:nvGraphicFramePr>
        <p:xfrm>
          <a:off x="6238547" y="2318425"/>
          <a:ext cx="5751322" cy="3668488"/>
        </p:xfrm>
        <a:graphic>
          <a:graphicData uri="http://schemas.openxmlformats.org/drawingml/2006/table">
            <a:tbl>
              <a:tblPr/>
              <a:tblGrid>
                <a:gridCol w="2875661">
                  <a:extLst>
                    <a:ext uri="{9D8B030D-6E8A-4147-A177-3AD203B41FA5}">
                      <a16:colId xmlns:a16="http://schemas.microsoft.com/office/drawing/2014/main" val="588803344"/>
                    </a:ext>
                  </a:extLst>
                </a:gridCol>
                <a:gridCol w="2875661">
                  <a:extLst>
                    <a:ext uri="{9D8B030D-6E8A-4147-A177-3AD203B41FA5}">
                      <a16:colId xmlns:a16="http://schemas.microsoft.com/office/drawing/2014/main" val="3625121431"/>
                    </a:ext>
                  </a:extLst>
                </a:gridCol>
              </a:tblGrid>
              <a:tr h="458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Directive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837793"/>
                  </a:ext>
                </a:extLst>
              </a:tr>
              <a:tr h="458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ourier New" panose="02070309020205020404" pitchFamily="49" charset="0"/>
                        </a:rPr>
                        <a:t>.data</a:t>
                      </a:r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Start data section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504033"/>
                  </a:ext>
                </a:extLst>
              </a:tr>
              <a:tr h="458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ourier New" panose="02070309020205020404" pitchFamily="49" charset="0"/>
                        </a:rPr>
                        <a:t>.text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Start code section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011221"/>
                  </a:ext>
                </a:extLst>
              </a:tr>
              <a:tr h="458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ourier New" panose="02070309020205020404" pitchFamily="49" charset="0"/>
                        </a:rPr>
                        <a:t>.word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Define integer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220492"/>
                  </a:ext>
                </a:extLst>
              </a:tr>
              <a:tr h="458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ourier New" panose="02070309020205020404" pitchFamily="49" charset="0"/>
                        </a:rPr>
                        <a:t>.byte</a:t>
                      </a:r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Define byte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683845"/>
                  </a:ext>
                </a:extLst>
              </a:tr>
              <a:tr h="458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ourier New" panose="02070309020205020404" pitchFamily="49" charset="0"/>
                        </a:rPr>
                        <a:t>.space</a:t>
                      </a:r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Reserve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300528"/>
                  </a:ext>
                </a:extLst>
              </a:tr>
              <a:tr h="458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ourier New" panose="02070309020205020404" pitchFamily="49" charset="0"/>
                        </a:rPr>
                        <a:t>.global</a:t>
                      </a:r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Declare global 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865964"/>
                  </a:ext>
                </a:extLst>
              </a:tr>
              <a:tr h="458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ourier New" panose="02070309020205020404" pitchFamily="49" charset="0"/>
                        </a:rPr>
                        <a:t>.end</a:t>
                      </a:r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End of program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128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577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15E450D-4136-D678-EBDD-513069275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524" y="1251285"/>
            <a:ext cx="10193154" cy="452387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b="1" dirty="0">
                <a:solidFill>
                  <a:srgbClr val="C00000"/>
                </a:solidFill>
              </a:rPr>
              <a:t>Object File Generation</a:t>
            </a:r>
            <a:r>
              <a:rPr lang="en-US" sz="3200" b="1" dirty="0"/>
              <a:t>: The output of the assembler is an object file, which contains machine code and information about symbols and data locations. </a:t>
            </a:r>
          </a:p>
          <a:p>
            <a:pPr algn="just"/>
            <a:r>
              <a:rPr lang="en-US" sz="3200" b="1" dirty="0">
                <a:solidFill>
                  <a:srgbClr val="C00000"/>
                </a:solidFill>
              </a:rPr>
              <a:t>Linking</a:t>
            </a:r>
            <a:r>
              <a:rPr lang="en-US" sz="3200" b="1" dirty="0"/>
              <a:t>: A linker combines multiple object files and necessary software libraries into a single, final executable program. </a:t>
            </a:r>
          </a:p>
          <a:p>
            <a:pPr algn="just"/>
            <a:r>
              <a:rPr lang="en-US" sz="3200" b="1" dirty="0">
                <a:solidFill>
                  <a:srgbClr val="C00000"/>
                </a:solidFill>
              </a:rPr>
              <a:t>Execution</a:t>
            </a:r>
            <a:r>
              <a:rPr lang="en-US" sz="3200" b="1" dirty="0"/>
              <a:t>: The executable file is loaded into memory and run by the processor. </a:t>
            </a:r>
            <a:endParaRPr lang="en-IN" sz="3200" b="1" dirty="0"/>
          </a:p>
        </p:txBody>
      </p:sp>
      <p:sp>
        <p:nvSpPr>
          <p:cNvPr id="11" name="Title 9">
            <a:extLst>
              <a:ext uri="{FF2B5EF4-FFF2-40B4-BE49-F238E27FC236}">
                <a16:creationId xmlns:a16="http://schemas.microsoft.com/office/drawing/2014/main" id="{B022F7DE-EED8-60B8-F237-8DAAAC90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524" y="285714"/>
            <a:ext cx="10691265" cy="510089"/>
          </a:xfrm>
        </p:spPr>
        <p:txBody>
          <a:bodyPr>
            <a:normAutofit fontScale="90000"/>
          </a:bodyPr>
          <a:lstStyle/>
          <a:p>
            <a:r>
              <a:rPr lang="en-US" dirty="0"/>
              <a:t>Assembling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4047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ifference Between Linker and Loader - GeeksforGeeks">
            <a:extLst>
              <a:ext uri="{FF2B5EF4-FFF2-40B4-BE49-F238E27FC236}">
                <a16:creationId xmlns:a16="http://schemas.microsoft.com/office/drawing/2014/main" id="{262938B9-C1F0-DAC8-3372-2EEBDE0B7A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628"/>
            <a:ext cx="11952514" cy="338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asic Functions of Loader - GeeksforGeeks">
            <a:extLst>
              <a:ext uri="{FF2B5EF4-FFF2-40B4-BE49-F238E27FC236}">
                <a16:creationId xmlns:a16="http://schemas.microsoft.com/office/drawing/2014/main" id="{F6AEE5C7-C87F-6922-2BA1-D742321E3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905" y="3339838"/>
            <a:ext cx="6019852" cy="338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721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B7F59-9355-6558-8B46-FB36BD49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8D729-338D-B959-0B22-781A2F4C1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04" y="1010653"/>
            <a:ext cx="10019899" cy="478375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PASS 1 : DEFINE SYMBOLS</a:t>
            </a:r>
          </a:p>
          <a:p>
            <a:pPr lvl="1"/>
            <a:r>
              <a:rPr lang="en-US" sz="2000" dirty="0"/>
              <a:t>Assign addresses to all statements in the program</a:t>
            </a:r>
          </a:p>
          <a:p>
            <a:pPr lvl="1"/>
            <a:r>
              <a:rPr lang="en-US" sz="2000" dirty="0"/>
              <a:t>Save the addresses assigned to  all labels for use in Pass 2</a:t>
            </a:r>
          </a:p>
          <a:p>
            <a:pPr lvl="1"/>
            <a:r>
              <a:rPr lang="en-US" sz="2000" dirty="0"/>
              <a:t>Perform some processing of assembler directives (that affects address assignment)</a:t>
            </a:r>
          </a:p>
          <a:p>
            <a:pPr lvl="1"/>
            <a:endParaRPr lang="en-US" sz="2000" dirty="0"/>
          </a:p>
          <a:p>
            <a:r>
              <a:rPr lang="en-IN" sz="2400" dirty="0"/>
              <a:t>PASS 2 : ASSEMBLE INSTRUCTIONS AND GENERATE OBJECT PROGRAM</a:t>
            </a:r>
          </a:p>
          <a:p>
            <a:pPr lvl="1"/>
            <a:r>
              <a:rPr lang="en-IN" sz="2000" dirty="0"/>
              <a:t>Assemble Instructions (translating operation codes and looking up addresses)</a:t>
            </a:r>
          </a:p>
          <a:p>
            <a:pPr lvl="1"/>
            <a:r>
              <a:rPr lang="en-IN" sz="2000" dirty="0"/>
              <a:t>Generate data values defined by  BYTE , WORD etc</a:t>
            </a:r>
          </a:p>
          <a:p>
            <a:pPr lvl="1"/>
            <a:r>
              <a:rPr lang="en-IN" sz="2000" dirty="0"/>
              <a:t>Perform processing of assembler directives  not done during pass 1</a:t>
            </a:r>
          </a:p>
          <a:p>
            <a:pPr lvl="1"/>
            <a:r>
              <a:rPr lang="en-IN" sz="2000" dirty="0"/>
              <a:t>Write the object program and assembly listing.</a:t>
            </a:r>
          </a:p>
        </p:txBody>
      </p:sp>
    </p:spTree>
    <p:extLst>
      <p:ext uri="{BB962C8B-B14F-4D97-AF65-F5344CB8AC3E}">
        <p14:creationId xmlns:p14="http://schemas.microsoft.com/office/powerpoint/2010/main" val="123521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9A3BEE-6F8B-45D9-A3A0-13ABB5003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3141" y="59382"/>
            <a:ext cx="11064945" cy="679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787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1D46F-9AED-47F8-1D74-0F7BADE8C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7939" y="2043951"/>
            <a:ext cx="8977509" cy="277009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3800" dirty="0">
                <a:latin typeface="Modern Love" panose="04090805081005020601" pitchFamily="82" charset="0"/>
              </a:rPr>
              <a:t>Thankyou</a:t>
            </a:r>
            <a:endParaRPr lang="en-IN" sz="13800" dirty="0">
              <a:latin typeface="Modern Love" panose="04090805081005020601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515081"/>
      </p:ext>
    </p:extLst>
  </p:cSld>
  <p:clrMapOvr>
    <a:masterClrMapping/>
  </p:clrMapOvr>
</p:sld>
</file>

<file path=ppt/theme/theme1.xml><?xml version="1.0" encoding="utf-8"?>
<a:theme xmlns:a="http://schemas.openxmlformats.org/drawingml/2006/main" name="LimelightVTI">
  <a:themeElements>
    <a:clrScheme name="Limelight">
      <a:dk1>
        <a:sysClr val="windowText" lastClr="000000"/>
      </a:dk1>
      <a:lt1>
        <a:sysClr val="window" lastClr="FFFFFF"/>
      </a:lt1>
      <a:dk2>
        <a:srgbClr val="23353B"/>
      </a:dk2>
      <a:lt2>
        <a:srgbClr val="E0DDD8"/>
      </a:lt2>
      <a:accent1>
        <a:srgbClr val="90A208"/>
      </a:accent1>
      <a:accent2>
        <a:srgbClr val="6A8755"/>
      </a:accent2>
      <a:accent3>
        <a:srgbClr val="49716B"/>
      </a:accent3>
      <a:accent4>
        <a:srgbClr val="A16F7C"/>
      </a:accent4>
      <a:accent5>
        <a:srgbClr val="B16455"/>
      </a:accent5>
      <a:accent6>
        <a:srgbClr val="E08350"/>
      </a:accent6>
      <a:hlink>
        <a:srgbClr val="5F864B"/>
      </a:hlink>
      <a:folHlink>
        <a:srgbClr val="3F877D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melightVTI" id="{7936DCFD-B587-41FD-9126-64F2709ED40B}" vid="{74F41540-78F1-4C56-9EAA-6FA6E9F1D77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5934</TotalTime>
  <Words>1430</Words>
  <Application>Microsoft Office PowerPoint</Application>
  <PresentationFormat>Widescreen</PresentationFormat>
  <Paragraphs>156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Courier New</vt:lpstr>
      <vt:lpstr>Google Sans</vt:lpstr>
      <vt:lpstr>Modern Love</vt:lpstr>
      <vt:lpstr>Trade Gothic Next Cond</vt:lpstr>
      <vt:lpstr>Trade Gothic Next Light</vt:lpstr>
      <vt:lpstr>LimelightVTI</vt:lpstr>
      <vt:lpstr>CISC VS RISC ARCHITECTURE</vt:lpstr>
      <vt:lpstr>CISC VS RISC ARCHITECTURE</vt:lpstr>
      <vt:lpstr>PowerPoint Presentation</vt:lpstr>
      <vt:lpstr>ARCHITECTURE</vt:lpstr>
      <vt:lpstr>PowerPoint Presentation</vt:lpstr>
      <vt:lpstr>Characteristics of CISC</vt:lpstr>
      <vt:lpstr>PowerPoint Presentation</vt:lpstr>
      <vt:lpstr>RISC- REDUCED INSTRUCTION SET COMPUTERS</vt:lpstr>
      <vt:lpstr>Characteristics of RISC</vt:lpstr>
      <vt:lpstr>architecture</vt:lpstr>
      <vt:lpstr>Basic Principles of RISC</vt:lpstr>
      <vt:lpstr>PowerPoint Presentation</vt:lpstr>
      <vt:lpstr>PowerPoint Presentation</vt:lpstr>
      <vt:lpstr> RISC  VS CISC</vt:lpstr>
      <vt:lpstr>PowerPoint Presentation</vt:lpstr>
      <vt:lpstr>Risc assembly  language</vt:lpstr>
      <vt:lpstr>BASIC ASSEMBLER FEATURES </vt:lpstr>
      <vt:lpstr>PowerPoint Presentation</vt:lpstr>
      <vt:lpstr>PowerPoint Presentation</vt:lpstr>
      <vt:lpstr>ASSEMBLER LANGUAGE PROGRAM</vt:lpstr>
      <vt:lpstr>Program with the object code</vt:lpstr>
      <vt:lpstr>Assembler directives</vt:lpstr>
      <vt:lpstr>PowerPoint Presentation</vt:lpstr>
      <vt:lpstr>Assembling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DHANYA P G</dc:creator>
  <cp:lastModifiedBy>DHANYA P G</cp:lastModifiedBy>
  <cp:revision>1</cp:revision>
  <dcterms:created xsi:type="dcterms:W3CDTF">2025-12-25T13:38:59Z</dcterms:created>
  <dcterms:modified xsi:type="dcterms:W3CDTF">2025-12-31T03:13:14Z</dcterms:modified>
</cp:coreProperties>
</file>