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71" r:id="rId8"/>
    <p:sldId id="281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79DE9-6EFA-4504-A98C-3E1CDC8B63D4}" v="87" dt="2026-01-05T04:26:21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80" autoAdjust="0"/>
  </p:normalViewPr>
  <p:slideViewPr>
    <p:cSldViewPr snapToGrid="0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YA P G" userId="73d2de28e2edb29c" providerId="LiveId" clId="{8DF766A0-08F5-4AC7-8AC9-C544E3ECA56B}"/>
    <pc:docChg chg="undo custSel addSld delSld modSld sldOrd">
      <pc:chgData name="DHANYA P G" userId="73d2de28e2edb29c" providerId="LiveId" clId="{8DF766A0-08F5-4AC7-8AC9-C544E3ECA56B}" dt="2026-01-07T15:19:42.147" v="1156" actId="1076"/>
      <pc:docMkLst>
        <pc:docMk/>
      </pc:docMkLst>
      <pc:sldChg chg="addSp delSp modSp new mod setBg addAnim setClrOvrMap">
        <pc:chgData name="DHANYA P G" userId="73d2de28e2edb29c" providerId="LiveId" clId="{8DF766A0-08F5-4AC7-8AC9-C544E3ECA56B}" dt="2025-12-30T04:19:59.295" v="544" actId="20577"/>
        <pc:sldMkLst>
          <pc:docMk/>
          <pc:sldMk cId="3815425699" sldId="256"/>
        </pc:sldMkLst>
        <pc:spChg chg="mod">
          <ac:chgData name="DHANYA P G" userId="73d2de28e2edb29c" providerId="LiveId" clId="{8DF766A0-08F5-4AC7-8AC9-C544E3ECA56B}" dt="2025-12-30T04:19:59.295" v="544" actId="20577"/>
          <ac:spMkLst>
            <pc:docMk/>
            <pc:sldMk cId="3815425699" sldId="256"/>
            <ac:spMk id="2" creationId="{798D39DD-E7E9-AC46-717E-3D5D347F5468}"/>
          </ac:spMkLst>
        </pc:spChg>
        <pc:spChg chg="add del mod">
          <ac:chgData name="DHANYA P G" userId="73d2de28e2edb29c" providerId="LiveId" clId="{8DF766A0-08F5-4AC7-8AC9-C544E3ECA56B}" dt="2025-12-30T04:19:56.207" v="541" actId="1076"/>
          <ac:spMkLst>
            <pc:docMk/>
            <pc:sldMk cId="3815425699" sldId="256"/>
            <ac:spMk id="3" creationId="{BB7D71D9-92EB-A5CA-C446-B11CDDD621E6}"/>
          </ac:spMkLst>
        </pc:spChg>
        <pc:spChg chg="add">
          <ac:chgData name="DHANYA P G" userId="73d2de28e2edb29c" providerId="LiveId" clId="{8DF766A0-08F5-4AC7-8AC9-C544E3ECA56B}" dt="2025-12-29T19:09:17.851" v="168" actId="26606"/>
          <ac:spMkLst>
            <pc:docMk/>
            <pc:sldMk cId="3815425699" sldId="256"/>
            <ac:spMk id="11" creationId="{71B2258F-86CA-4D4D-8270-BC05FCDEBFB3}"/>
          </ac:spMkLst>
        </pc:spChg>
        <pc:picChg chg="add mod ord">
          <ac:chgData name="DHANYA P G" userId="73d2de28e2edb29c" providerId="LiveId" clId="{8DF766A0-08F5-4AC7-8AC9-C544E3ECA56B}" dt="2025-12-29T19:09:17.851" v="168" actId="26606"/>
          <ac:picMkLst>
            <pc:docMk/>
            <pc:sldMk cId="3815425699" sldId="256"/>
            <ac:picMk id="5" creationId="{1AA9233B-4349-02E4-FA98-72054C53ABEF}"/>
          </ac:picMkLst>
        </pc:picChg>
      </pc:sldChg>
      <pc:sldChg chg="modSp new mod ord">
        <pc:chgData name="DHANYA P G" userId="73d2de28e2edb29c" providerId="LiveId" clId="{8DF766A0-08F5-4AC7-8AC9-C544E3ECA56B}" dt="2025-12-30T04:04:24.851" v="468"/>
        <pc:sldMkLst>
          <pc:docMk/>
          <pc:sldMk cId="3014068165" sldId="257"/>
        </pc:sldMkLst>
        <pc:spChg chg="mod">
          <ac:chgData name="DHANYA P G" userId="73d2de28e2edb29c" providerId="LiveId" clId="{8DF766A0-08F5-4AC7-8AC9-C544E3ECA56B}" dt="2025-12-29T18:48:18.542" v="73"/>
          <ac:spMkLst>
            <pc:docMk/>
            <pc:sldMk cId="3014068165" sldId="257"/>
            <ac:spMk id="2" creationId="{49FFCBCB-6115-B788-3215-0E0EDF956438}"/>
          </ac:spMkLst>
        </pc:spChg>
        <pc:spChg chg="mod">
          <ac:chgData name="DHANYA P G" userId="73d2de28e2edb29c" providerId="LiveId" clId="{8DF766A0-08F5-4AC7-8AC9-C544E3ECA56B}" dt="2025-12-29T19:00:54.219" v="98" actId="123"/>
          <ac:spMkLst>
            <pc:docMk/>
            <pc:sldMk cId="3014068165" sldId="257"/>
            <ac:spMk id="3" creationId="{F08E890A-7064-7BA9-3B52-1AD7E0A59DE6}"/>
          </ac:spMkLst>
        </pc:spChg>
      </pc:sldChg>
      <pc:sldChg chg="addSp modSp new del mod ord">
        <pc:chgData name="DHANYA P G" userId="73d2de28e2edb29c" providerId="LiveId" clId="{8DF766A0-08F5-4AC7-8AC9-C544E3ECA56B}" dt="2026-01-07T15:18:51.586" v="1142" actId="2696"/>
        <pc:sldMkLst>
          <pc:docMk/>
          <pc:sldMk cId="2276223128" sldId="259"/>
        </pc:sldMkLst>
      </pc:sldChg>
      <pc:sldChg chg="addSp delSp modSp new del mod">
        <pc:chgData name="DHANYA P G" userId="73d2de28e2edb29c" providerId="LiveId" clId="{8DF766A0-08F5-4AC7-8AC9-C544E3ECA56B}" dt="2026-01-07T15:18:51.586" v="1142" actId="2696"/>
        <pc:sldMkLst>
          <pc:docMk/>
          <pc:sldMk cId="3966573292" sldId="260"/>
        </pc:sldMkLst>
        <pc:spChg chg="del mod">
          <ac:chgData name="DHANYA P G" userId="73d2de28e2edb29c" providerId="LiveId" clId="{8DF766A0-08F5-4AC7-8AC9-C544E3ECA56B}" dt="2026-01-06T11:49:31.071" v="1116" actId="22"/>
          <ac:spMkLst>
            <pc:docMk/>
            <pc:sldMk cId="3966573292" sldId="260"/>
            <ac:spMk id="3" creationId="{CD494E7A-FEAA-13AF-B255-365437D7E88B}"/>
          </ac:spMkLst>
        </pc:spChg>
        <pc:picChg chg="add mod ord">
          <ac:chgData name="DHANYA P G" userId="73d2de28e2edb29c" providerId="LiveId" clId="{8DF766A0-08F5-4AC7-8AC9-C544E3ECA56B}" dt="2026-01-06T11:53:40.953" v="1141" actId="1076"/>
          <ac:picMkLst>
            <pc:docMk/>
            <pc:sldMk cId="3966573292" sldId="260"/>
            <ac:picMk id="4" creationId="{94C4D0BB-3015-FB5B-E35D-8949696547A9}"/>
          </ac:picMkLst>
        </pc:picChg>
      </pc:sldChg>
      <pc:sldChg chg="modSp new del mod">
        <pc:chgData name="DHANYA P G" userId="73d2de28e2edb29c" providerId="LiveId" clId="{8DF766A0-08F5-4AC7-8AC9-C544E3ECA56B}" dt="2026-01-07T15:18:51.586" v="1142" actId="2696"/>
        <pc:sldMkLst>
          <pc:docMk/>
          <pc:sldMk cId="3965720367" sldId="261"/>
        </pc:sldMkLst>
      </pc:sldChg>
      <pc:sldChg chg="delSp modSp new del mod">
        <pc:chgData name="DHANYA P G" userId="73d2de28e2edb29c" providerId="LiveId" clId="{8DF766A0-08F5-4AC7-8AC9-C544E3ECA56B}" dt="2026-01-07T15:18:51.586" v="1142" actId="2696"/>
        <pc:sldMkLst>
          <pc:docMk/>
          <pc:sldMk cId="2011574652" sldId="262"/>
        </pc:sldMkLst>
      </pc:sldChg>
      <pc:sldChg chg="modSp new del mod">
        <pc:chgData name="DHANYA P G" userId="73d2de28e2edb29c" providerId="LiveId" clId="{8DF766A0-08F5-4AC7-8AC9-C544E3ECA56B}" dt="2026-01-07T15:18:51.586" v="1142" actId="2696"/>
        <pc:sldMkLst>
          <pc:docMk/>
          <pc:sldMk cId="947991779" sldId="263"/>
        </pc:sldMkLst>
      </pc:sldChg>
      <pc:sldChg chg="addSp delSp modSp new mod">
        <pc:chgData name="DHANYA P G" userId="73d2de28e2edb29c" providerId="LiveId" clId="{8DF766A0-08F5-4AC7-8AC9-C544E3ECA56B}" dt="2025-12-30T04:13:14.525" v="494" actId="123"/>
        <pc:sldMkLst>
          <pc:docMk/>
          <pc:sldMk cId="612203664" sldId="264"/>
        </pc:sldMkLst>
        <pc:spChg chg="mod">
          <ac:chgData name="DHANYA P G" userId="73d2de28e2edb29c" providerId="LiveId" clId="{8DF766A0-08F5-4AC7-8AC9-C544E3ECA56B}" dt="2025-12-30T04:00:32.366" v="412" actId="20577"/>
          <ac:spMkLst>
            <pc:docMk/>
            <pc:sldMk cId="612203664" sldId="264"/>
            <ac:spMk id="2" creationId="{F0A24E48-EBBF-6C02-440B-AFDC142A5D73}"/>
          </ac:spMkLst>
        </pc:spChg>
        <pc:spChg chg="add mod">
          <ac:chgData name="DHANYA P G" userId="73d2de28e2edb29c" providerId="LiveId" clId="{8DF766A0-08F5-4AC7-8AC9-C544E3ECA56B}" dt="2025-12-30T04:13:14.525" v="494" actId="123"/>
          <ac:spMkLst>
            <pc:docMk/>
            <pc:sldMk cId="612203664" sldId="264"/>
            <ac:spMk id="7" creationId="{F95C53F3-EF57-1E15-5712-0FA4BD7BB993}"/>
          </ac:spMkLst>
        </pc:spChg>
        <pc:picChg chg="add mod ord">
          <ac:chgData name="DHANYA P G" userId="73d2de28e2edb29c" providerId="LiveId" clId="{8DF766A0-08F5-4AC7-8AC9-C544E3ECA56B}" dt="2025-12-30T04:10:56.174" v="483" actId="1076"/>
          <ac:picMkLst>
            <pc:docMk/>
            <pc:sldMk cId="612203664" sldId="264"/>
            <ac:picMk id="5" creationId="{D52373D4-5C88-4C29-FBFC-15C5D4783CEA}"/>
          </ac:picMkLst>
        </pc:picChg>
      </pc:sldChg>
      <pc:sldChg chg="addSp delSp modSp new mod">
        <pc:chgData name="DHANYA P G" userId="73d2de28e2edb29c" providerId="LiveId" clId="{8DF766A0-08F5-4AC7-8AC9-C544E3ECA56B}" dt="2025-12-30T04:15:05.438" v="508" actId="1076"/>
        <pc:sldMkLst>
          <pc:docMk/>
          <pc:sldMk cId="1923055245" sldId="265"/>
        </pc:sldMkLst>
        <pc:spChg chg="add del mod">
          <ac:chgData name="DHANYA P G" userId="73d2de28e2edb29c" providerId="LiveId" clId="{8DF766A0-08F5-4AC7-8AC9-C544E3ECA56B}" dt="2025-12-30T04:15:01.944" v="507" actId="20577"/>
          <ac:spMkLst>
            <pc:docMk/>
            <pc:sldMk cId="1923055245" sldId="265"/>
            <ac:spMk id="3" creationId="{71E3AD2B-4683-E1C9-D350-B62167AEB29F}"/>
          </ac:spMkLst>
        </pc:spChg>
        <pc:picChg chg="add mod">
          <ac:chgData name="DHANYA P G" userId="73d2de28e2edb29c" providerId="LiveId" clId="{8DF766A0-08F5-4AC7-8AC9-C544E3ECA56B}" dt="2025-12-30T04:15:05.438" v="508" actId="1076"/>
          <ac:picMkLst>
            <pc:docMk/>
            <pc:sldMk cId="1923055245" sldId="265"/>
            <ac:picMk id="7" creationId="{C3164442-0C98-3BC9-B667-5291EB7F65BC}"/>
          </ac:picMkLst>
        </pc:picChg>
      </pc:sldChg>
      <pc:sldChg chg="modSp new mod">
        <pc:chgData name="DHANYA P G" userId="73d2de28e2edb29c" providerId="LiveId" clId="{8DF766A0-08F5-4AC7-8AC9-C544E3ECA56B}" dt="2025-12-30T04:18:28.211" v="529" actId="14100"/>
        <pc:sldMkLst>
          <pc:docMk/>
          <pc:sldMk cId="2831868314" sldId="266"/>
        </pc:sldMkLst>
        <pc:spChg chg="mod">
          <ac:chgData name="DHANYA P G" userId="73d2de28e2edb29c" providerId="LiveId" clId="{8DF766A0-08F5-4AC7-8AC9-C544E3ECA56B}" dt="2025-12-30T04:16:33.695" v="512"/>
          <ac:spMkLst>
            <pc:docMk/>
            <pc:sldMk cId="2831868314" sldId="266"/>
            <ac:spMk id="2" creationId="{D9AD290F-7CED-81B0-B0B0-2ED882363ABD}"/>
          </ac:spMkLst>
        </pc:spChg>
        <pc:spChg chg="mod">
          <ac:chgData name="DHANYA P G" userId="73d2de28e2edb29c" providerId="LiveId" clId="{8DF766A0-08F5-4AC7-8AC9-C544E3ECA56B}" dt="2025-12-30T04:18:28.211" v="529" actId="14100"/>
          <ac:spMkLst>
            <pc:docMk/>
            <pc:sldMk cId="2831868314" sldId="266"/>
            <ac:spMk id="3" creationId="{BF747844-2033-196F-6638-3AE86EEC0268}"/>
          </ac:spMkLst>
        </pc:spChg>
      </pc:sldChg>
      <pc:sldChg chg="modSp new mod ord">
        <pc:chgData name="DHANYA P G" userId="73d2de28e2edb29c" providerId="LiveId" clId="{8DF766A0-08F5-4AC7-8AC9-C544E3ECA56B}" dt="2025-12-30T04:30:29.095" v="597" actId="20577"/>
        <pc:sldMkLst>
          <pc:docMk/>
          <pc:sldMk cId="3404246633" sldId="267"/>
        </pc:sldMkLst>
        <pc:spChg chg="mod">
          <ac:chgData name="DHANYA P G" userId="73d2de28e2edb29c" providerId="LiveId" clId="{8DF766A0-08F5-4AC7-8AC9-C544E3ECA56B}" dt="2025-12-30T04:29:22.223" v="594" actId="1076"/>
          <ac:spMkLst>
            <pc:docMk/>
            <pc:sldMk cId="3404246633" sldId="267"/>
            <ac:spMk id="2" creationId="{BDBE9C3E-1D20-4E2F-14AC-2792AF26600E}"/>
          </ac:spMkLst>
        </pc:spChg>
        <pc:spChg chg="mod">
          <ac:chgData name="DHANYA P G" userId="73d2de28e2edb29c" providerId="LiveId" clId="{8DF766A0-08F5-4AC7-8AC9-C544E3ECA56B}" dt="2025-12-30T04:30:29.095" v="597" actId="20577"/>
          <ac:spMkLst>
            <pc:docMk/>
            <pc:sldMk cId="3404246633" sldId="267"/>
            <ac:spMk id="3" creationId="{10D689B1-632E-80E0-2242-7BB9459E9589}"/>
          </ac:spMkLst>
        </pc:spChg>
      </pc:sldChg>
      <pc:sldChg chg="addSp delSp modSp new mod">
        <pc:chgData name="DHANYA P G" userId="73d2de28e2edb29c" providerId="LiveId" clId="{8DF766A0-08F5-4AC7-8AC9-C544E3ECA56B}" dt="2025-12-30T04:40:07.727" v="635" actId="1076"/>
        <pc:sldMkLst>
          <pc:docMk/>
          <pc:sldMk cId="1521424702" sldId="268"/>
        </pc:sldMkLst>
        <pc:spChg chg="mod">
          <ac:chgData name="DHANYA P G" userId="73d2de28e2edb29c" providerId="LiveId" clId="{8DF766A0-08F5-4AC7-8AC9-C544E3ECA56B}" dt="2025-12-30T04:39:43.022" v="631" actId="20577"/>
          <ac:spMkLst>
            <pc:docMk/>
            <pc:sldMk cId="1521424702" sldId="268"/>
            <ac:spMk id="3" creationId="{E11DC692-64B2-A60E-D314-19C84C82F772}"/>
          </ac:spMkLst>
        </pc:spChg>
        <pc:picChg chg="add mod">
          <ac:chgData name="DHANYA P G" userId="73d2de28e2edb29c" providerId="LiveId" clId="{8DF766A0-08F5-4AC7-8AC9-C544E3ECA56B}" dt="2025-12-30T04:40:07.727" v="635" actId="1076"/>
          <ac:picMkLst>
            <pc:docMk/>
            <pc:sldMk cId="1521424702" sldId="268"/>
            <ac:picMk id="5" creationId="{20FA4072-6B0B-BD76-D674-39721C8D29A5}"/>
          </ac:picMkLst>
        </pc:picChg>
      </pc:sldChg>
      <pc:sldChg chg="modSp new mod">
        <pc:chgData name="DHANYA P G" userId="73d2de28e2edb29c" providerId="LiveId" clId="{8DF766A0-08F5-4AC7-8AC9-C544E3ECA56B}" dt="2025-12-30T04:42:53.643" v="665" actId="20577"/>
        <pc:sldMkLst>
          <pc:docMk/>
          <pc:sldMk cId="569512421" sldId="269"/>
        </pc:sldMkLst>
        <pc:spChg chg="mod">
          <ac:chgData name="DHANYA P G" userId="73d2de28e2edb29c" providerId="LiveId" clId="{8DF766A0-08F5-4AC7-8AC9-C544E3ECA56B}" dt="2025-12-30T04:41:15.953" v="650" actId="1076"/>
          <ac:spMkLst>
            <pc:docMk/>
            <pc:sldMk cId="569512421" sldId="269"/>
            <ac:spMk id="2" creationId="{AE5EF1CD-9CD8-96C1-0F1D-0A308D6ED5E3}"/>
          </ac:spMkLst>
        </pc:spChg>
        <pc:spChg chg="mod">
          <ac:chgData name="DHANYA P G" userId="73d2de28e2edb29c" providerId="LiveId" clId="{8DF766A0-08F5-4AC7-8AC9-C544E3ECA56B}" dt="2025-12-30T04:42:53.643" v="665" actId="20577"/>
          <ac:spMkLst>
            <pc:docMk/>
            <pc:sldMk cId="569512421" sldId="269"/>
            <ac:spMk id="3" creationId="{9ABCF6AB-80FE-8AD2-2B33-D6747E163B30}"/>
          </ac:spMkLst>
        </pc:spChg>
      </pc:sldChg>
      <pc:sldChg chg="addSp delSp modSp new mod">
        <pc:chgData name="DHANYA P G" userId="73d2de28e2edb29c" providerId="LiveId" clId="{8DF766A0-08F5-4AC7-8AC9-C544E3ECA56B}" dt="2025-12-30T04:53:37.476" v="735" actId="1076"/>
        <pc:sldMkLst>
          <pc:docMk/>
          <pc:sldMk cId="3953925030" sldId="270"/>
        </pc:sldMkLst>
        <pc:picChg chg="add mod ord">
          <ac:chgData name="DHANYA P G" userId="73d2de28e2edb29c" providerId="LiveId" clId="{8DF766A0-08F5-4AC7-8AC9-C544E3ECA56B}" dt="2025-12-30T04:53:37.476" v="735" actId="1076"/>
          <ac:picMkLst>
            <pc:docMk/>
            <pc:sldMk cId="3953925030" sldId="270"/>
            <ac:picMk id="5" creationId="{760D05F8-6F55-17BD-111D-CEF7B540F955}"/>
          </ac:picMkLst>
        </pc:picChg>
      </pc:sldChg>
      <pc:sldChg chg="addSp delSp modSp new mod ord">
        <pc:chgData name="DHANYA P G" userId="73d2de28e2edb29c" providerId="LiveId" clId="{8DF766A0-08F5-4AC7-8AC9-C544E3ECA56B}" dt="2026-01-05T04:00:58.335" v="1056"/>
        <pc:sldMkLst>
          <pc:docMk/>
          <pc:sldMk cId="3961160917" sldId="271"/>
        </pc:sldMkLst>
        <pc:spChg chg="add mod">
          <ac:chgData name="DHANYA P G" userId="73d2de28e2edb29c" providerId="LiveId" clId="{8DF766A0-08F5-4AC7-8AC9-C544E3ECA56B}" dt="2025-12-30T04:52:34.696" v="728" actId="1076"/>
          <ac:spMkLst>
            <pc:docMk/>
            <pc:sldMk cId="3961160917" sldId="271"/>
            <ac:spMk id="7" creationId="{23C31AB2-218D-07FD-DE52-0409E6B4C72C}"/>
          </ac:spMkLst>
        </pc:spChg>
        <pc:picChg chg="add mod ord">
          <ac:chgData name="DHANYA P G" userId="73d2de28e2edb29c" providerId="LiveId" clId="{8DF766A0-08F5-4AC7-8AC9-C544E3ECA56B}" dt="2025-12-30T09:23:29.852" v="1045" actId="14100"/>
          <ac:picMkLst>
            <pc:docMk/>
            <pc:sldMk cId="3961160917" sldId="271"/>
            <ac:picMk id="5" creationId="{FBE99C93-D469-D852-D7DB-C9824C2B9A79}"/>
          </ac:picMkLst>
        </pc:picChg>
      </pc:sldChg>
      <pc:sldChg chg="modSp new mod">
        <pc:chgData name="DHANYA P G" userId="73d2de28e2edb29c" providerId="LiveId" clId="{8DF766A0-08F5-4AC7-8AC9-C544E3ECA56B}" dt="2025-12-30T05:03:17.663" v="796" actId="27636"/>
        <pc:sldMkLst>
          <pc:docMk/>
          <pc:sldMk cId="634235864" sldId="272"/>
        </pc:sldMkLst>
        <pc:spChg chg="mod">
          <ac:chgData name="DHANYA P G" userId="73d2de28e2edb29c" providerId="LiveId" clId="{8DF766A0-08F5-4AC7-8AC9-C544E3ECA56B}" dt="2025-12-30T04:57:05.739" v="754" actId="1076"/>
          <ac:spMkLst>
            <pc:docMk/>
            <pc:sldMk cId="634235864" sldId="272"/>
            <ac:spMk id="2" creationId="{58E902FF-9074-102D-D1EE-2E0031E2B827}"/>
          </ac:spMkLst>
        </pc:spChg>
        <pc:spChg chg="mod">
          <ac:chgData name="DHANYA P G" userId="73d2de28e2edb29c" providerId="LiveId" clId="{8DF766A0-08F5-4AC7-8AC9-C544E3ECA56B}" dt="2025-12-30T05:03:17.663" v="796" actId="27636"/>
          <ac:spMkLst>
            <pc:docMk/>
            <pc:sldMk cId="634235864" sldId="272"/>
            <ac:spMk id="3" creationId="{54FDDE73-ECB8-3C97-777D-FCE48352AA06}"/>
          </ac:spMkLst>
        </pc:spChg>
      </pc:sldChg>
      <pc:sldChg chg="addSp delSp modSp new mod">
        <pc:chgData name="DHANYA P G" userId="73d2de28e2edb29c" providerId="LiveId" clId="{8DF766A0-08F5-4AC7-8AC9-C544E3ECA56B}" dt="2025-12-30T04:59:34.413" v="768" actId="1076"/>
        <pc:sldMkLst>
          <pc:docMk/>
          <pc:sldMk cId="3634530329" sldId="273"/>
        </pc:sldMkLst>
        <pc:picChg chg="add mod ord">
          <ac:chgData name="DHANYA P G" userId="73d2de28e2edb29c" providerId="LiveId" clId="{8DF766A0-08F5-4AC7-8AC9-C544E3ECA56B}" dt="2025-12-30T04:59:34.413" v="768" actId="1076"/>
          <ac:picMkLst>
            <pc:docMk/>
            <pc:sldMk cId="3634530329" sldId="273"/>
            <ac:picMk id="5" creationId="{E915DECE-BDAD-D4B3-1BB7-35A7259472BD}"/>
          </ac:picMkLst>
        </pc:picChg>
      </pc:sldChg>
      <pc:sldChg chg="addSp modSp new mod">
        <pc:chgData name="DHANYA P G" userId="73d2de28e2edb29c" providerId="LiveId" clId="{8DF766A0-08F5-4AC7-8AC9-C544E3ECA56B}" dt="2025-12-30T05:08:39.532" v="821" actId="1076"/>
        <pc:sldMkLst>
          <pc:docMk/>
          <pc:sldMk cId="39328863" sldId="274"/>
        </pc:sldMkLst>
        <pc:spChg chg="mod">
          <ac:chgData name="DHANYA P G" userId="73d2de28e2edb29c" providerId="LiveId" clId="{8DF766A0-08F5-4AC7-8AC9-C544E3ECA56B}" dt="2025-12-30T05:05:00.467" v="804" actId="113"/>
          <ac:spMkLst>
            <pc:docMk/>
            <pc:sldMk cId="39328863" sldId="274"/>
            <ac:spMk id="2" creationId="{01311677-9741-033C-5306-09477ABC9630}"/>
          </ac:spMkLst>
        </pc:spChg>
        <pc:spChg chg="mod">
          <ac:chgData name="DHANYA P G" userId="73d2de28e2edb29c" providerId="LiveId" clId="{8DF766A0-08F5-4AC7-8AC9-C544E3ECA56B}" dt="2025-12-30T05:08:09.745" v="819" actId="123"/>
          <ac:spMkLst>
            <pc:docMk/>
            <pc:sldMk cId="39328863" sldId="274"/>
            <ac:spMk id="3" creationId="{6D928148-456F-E17C-3AEB-2FCE3F4B2CA0}"/>
          </ac:spMkLst>
        </pc:spChg>
        <pc:picChg chg="add mod">
          <ac:chgData name="DHANYA P G" userId="73d2de28e2edb29c" providerId="LiveId" clId="{8DF766A0-08F5-4AC7-8AC9-C544E3ECA56B}" dt="2025-12-30T05:08:39.532" v="821" actId="1076"/>
          <ac:picMkLst>
            <pc:docMk/>
            <pc:sldMk cId="39328863" sldId="274"/>
            <ac:picMk id="5" creationId="{7DA08E94-72F5-BCFA-4852-384EEE257A40}"/>
          </ac:picMkLst>
        </pc:picChg>
      </pc:sldChg>
      <pc:sldChg chg="addSp delSp modSp new mod">
        <pc:chgData name="DHANYA P G" userId="73d2de28e2edb29c" providerId="LiveId" clId="{8DF766A0-08F5-4AC7-8AC9-C544E3ECA56B}" dt="2025-12-30T05:23:48.440" v="882" actId="1076"/>
        <pc:sldMkLst>
          <pc:docMk/>
          <pc:sldMk cId="1241393094" sldId="275"/>
        </pc:sldMkLst>
        <pc:spChg chg="mod">
          <ac:chgData name="DHANYA P G" userId="73d2de28e2edb29c" providerId="LiveId" clId="{8DF766A0-08F5-4AC7-8AC9-C544E3ECA56B}" dt="2025-12-30T05:23:44.821" v="881" actId="20577"/>
          <ac:spMkLst>
            <pc:docMk/>
            <pc:sldMk cId="1241393094" sldId="275"/>
            <ac:spMk id="3" creationId="{AE2F7DFB-ED68-5256-280A-DE8ADCCBA933}"/>
          </ac:spMkLst>
        </pc:spChg>
        <pc:picChg chg="add mod">
          <ac:chgData name="DHANYA P G" userId="73d2de28e2edb29c" providerId="LiveId" clId="{8DF766A0-08F5-4AC7-8AC9-C544E3ECA56B}" dt="2025-12-30T05:23:48.440" v="882" actId="1076"/>
          <ac:picMkLst>
            <pc:docMk/>
            <pc:sldMk cId="1241393094" sldId="275"/>
            <ac:picMk id="5" creationId="{364395EE-E505-A89B-50E4-3C2FDF1FB1A4}"/>
          </ac:picMkLst>
        </pc:picChg>
      </pc:sldChg>
      <pc:sldChg chg="modSp new mod">
        <pc:chgData name="DHANYA P G" userId="73d2de28e2edb29c" providerId="LiveId" clId="{8DF766A0-08F5-4AC7-8AC9-C544E3ECA56B}" dt="2025-12-30T05:28:51.883" v="928" actId="27636"/>
        <pc:sldMkLst>
          <pc:docMk/>
          <pc:sldMk cId="932207382" sldId="276"/>
        </pc:sldMkLst>
        <pc:spChg chg="mod">
          <ac:chgData name="DHANYA P G" userId="73d2de28e2edb29c" providerId="LiveId" clId="{8DF766A0-08F5-4AC7-8AC9-C544E3ECA56B}" dt="2025-12-30T05:25:46.909" v="898" actId="1076"/>
          <ac:spMkLst>
            <pc:docMk/>
            <pc:sldMk cId="932207382" sldId="276"/>
            <ac:spMk id="2" creationId="{409E842B-5E8E-DCD8-B1E2-C523E502E530}"/>
          </ac:spMkLst>
        </pc:spChg>
        <pc:spChg chg="mod">
          <ac:chgData name="DHANYA P G" userId="73d2de28e2edb29c" providerId="LiveId" clId="{8DF766A0-08F5-4AC7-8AC9-C544E3ECA56B}" dt="2025-12-30T05:28:51.883" v="928" actId="27636"/>
          <ac:spMkLst>
            <pc:docMk/>
            <pc:sldMk cId="932207382" sldId="276"/>
            <ac:spMk id="3" creationId="{DCF3F197-E1C1-B10E-F21B-76D540EE2564}"/>
          </ac:spMkLst>
        </pc:spChg>
      </pc:sldChg>
      <pc:sldChg chg="addSp delSp modSp new mod">
        <pc:chgData name="DHANYA P G" userId="73d2de28e2edb29c" providerId="LiveId" clId="{8DF766A0-08F5-4AC7-8AC9-C544E3ECA56B}" dt="2025-12-30T05:30:52.859" v="940" actId="1076"/>
        <pc:sldMkLst>
          <pc:docMk/>
          <pc:sldMk cId="1954499660" sldId="277"/>
        </pc:sldMkLst>
        <pc:spChg chg="mod">
          <ac:chgData name="DHANYA P G" userId="73d2de28e2edb29c" providerId="LiveId" clId="{8DF766A0-08F5-4AC7-8AC9-C544E3ECA56B}" dt="2025-12-30T05:29:20.942" v="933" actId="14100"/>
          <ac:spMkLst>
            <pc:docMk/>
            <pc:sldMk cId="1954499660" sldId="277"/>
            <ac:spMk id="3" creationId="{842DF46B-9742-73C0-389E-8DAB88C2013A}"/>
          </ac:spMkLst>
        </pc:spChg>
        <pc:picChg chg="add mod">
          <ac:chgData name="DHANYA P G" userId="73d2de28e2edb29c" providerId="LiveId" clId="{8DF766A0-08F5-4AC7-8AC9-C544E3ECA56B}" dt="2025-12-30T05:30:52.859" v="940" actId="1076"/>
          <ac:picMkLst>
            <pc:docMk/>
            <pc:sldMk cId="1954499660" sldId="277"/>
            <ac:picMk id="5" creationId="{F540353D-0A38-3596-1706-2564594D18DF}"/>
          </ac:picMkLst>
        </pc:picChg>
      </pc:sldChg>
      <pc:sldChg chg="addSp delSp modSp new mod">
        <pc:chgData name="DHANYA P G" userId="73d2de28e2edb29c" providerId="LiveId" clId="{8DF766A0-08F5-4AC7-8AC9-C544E3ECA56B}" dt="2025-12-30T05:51:44.947" v="963" actId="1076"/>
        <pc:sldMkLst>
          <pc:docMk/>
          <pc:sldMk cId="3373428352" sldId="278"/>
        </pc:sldMkLst>
        <pc:spChg chg="mod">
          <ac:chgData name="DHANYA P G" userId="73d2de28e2edb29c" providerId="LiveId" clId="{8DF766A0-08F5-4AC7-8AC9-C544E3ECA56B}" dt="2025-12-30T05:51:35.921" v="962" actId="20577"/>
          <ac:spMkLst>
            <pc:docMk/>
            <pc:sldMk cId="3373428352" sldId="278"/>
            <ac:spMk id="3" creationId="{B4F6E52C-F433-A65E-DA6A-486F4FC0D977}"/>
          </ac:spMkLst>
        </pc:spChg>
        <pc:picChg chg="add mod">
          <ac:chgData name="DHANYA P G" userId="73d2de28e2edb29c" providerId="LiveId" clId="{8DF766A0-08F5-4AC7-8AC9-C544E3ECA56B}" dt="2025-12-30T05:51:44.947" v="963" actId="1076"/>
          <ac:picMkLst>
            <pc:docMk/>
            <pc:sldMk cId="3373428352" sldId="278"/>
            <ac:picMk id="5" creationId="{7393AD55-196F-7674-6C75-E0F099C4386B}"/>
          </ac:picMkLst>
        </pc:picChg>
      </pc:sldChg>
      <pc:sldChg chg="addSp delSp modSp new mod">
        <pc:chgData name="DHANYA P G" userId="73d2de28e2edb29c" providerId="LiveId" clId="{8DF766A0-08F5-4AC7-8AC9-C544E3ECA56B}" dt="2025-12-30T05:53:38.059" v="983" actId="13926"/>
        <pc:sldMkLst>
          <pc:docMk/>
          <pc:sldMk cId="4086943263" sldId="279"/>
        </pc:sldMkLst>
        <pc:spChg chg="mod">
          <ac:chgData name="DHANYA P G" userId="73d2de28e2edb29c" providerId="LiveId" clId="{8DF766A0-08F5-4AC7-8AC9-C544E3ECA56B}" dt="2025-12-30T05:53:38.059" v="983" actId="13926"/>
          <ac:spMkLst>
            <pc:docMk/>
            <pc:sldMk cId="4086943263" sldId="279"/>
            <ac:spMk id="3" creationId="{836A607B-FE8D-76C6-D75D-4856BE31C473}"/>
          </ac:spMkLst>
        </pc:spChg>
        <pc:picChg chg="add mod">
          <ac:chgData name="DHANYA P G" userId="73d2de28e2edb29c" providerId="LiveId" clId="{8DF766A0-08F5-4AC7-8AC9-C544E3ECA56B}" dt="2025-12-30T05:53:31.593" v="982" actId="1076"/>
          <ac:picMkLst>
            <pc:docMk/>
            <pc:sldMk cId="4086943263" sldId="279"/>
            <ac:picMk id="5" creationId="{FF5659EF-1AC2-54C2-C1AF-F2095441C135}"/>
          </ac:picMkLst>
        </pc:picChg>
      </pc:sldChg>
      <pc:sldChg chg="addSp delSp modSp new del mod">
        <pc:chgData name="DHANYA P G" userId="73d2de28e2edb29c" providerId="LiveId" clId="{8DF766A0-08F5-4AC7-8AC9-C544E3ECA56B}" dt="2026-01-07T15:18:51.586" v="1142" actId="2696"/>
        <pc:sldMkLst>
          <pc:docMk/>
          <pc:sldMk cId="3059503622" sldId="280"/>
        </pc:sldMkLst>
      </pc:sldChg>
      <pc:sldChg chg="addSp delSp modSp new mod ord">
        <pc:chgData name="DHANYA P G" userId="73d2de28e2edb29c" providerId="LiveId" clId="{8DF766A0-08F5-4AC7-8AC9-C544E3ECA56B}" dt="2026-01-05T04:00:58.335" v="1056"/>
        <pc:sldMkLst>
          <pc:docMk/>
          <pc:sldMk cId="2143938252" sldId="281"/>
        </pc:sldMkLst>
        <pc:picChg chg="add mod">
          <ac:chgData name="DHANYA P G" userId="73d2de28e2edb29c" providerId="LiveId" clId="{8DF766A0-08F5-4AC7-8AC9-C544E3ECA56B}" dt="2026-01-05T03:58:31.219" v="1054" actId="1076"/>
          <ac:picMkLst>
            <pc:docMk/>
            <pc:sldMk cId="2143938252" sldId="281"/>
            <ac:picMk id="4" creationId="{11FBB013-13FB-5904-CF6D-FE8395C81C43}"/>
          </ac:picMkLst>
        </pc:picChg>
      </pc:sldChg>
      <pc:sldChg chg="modSp new del mod">
        <pc:chgData name="DHANYA P G" userId="73d2de28e2edb29c" providerId="LiveId" clId="{8DF766A0-08F5-4AC7-8AC9-C544E3ECA56B}" dt="2026-01-07T15:18:51.586" v="1142" actId="2696"/>
        <pc:sldMkLst>
          <pc:docMk/>
          <pc:sldMk cId="2881780434" sldId="282"/>
        </pc:sldMkLst>
        <pc:spChg chg="mod">
          <ac:chgData name="DHANYA P G" userId="73d2de28e2edb29c" providerId="LiveId" clId="{8DF766A0-08F5-4AC7-8AC9-C544E3ECA56B}" dt="2026-01-06T06:33:53.830" v="1113" actId="27636"/>
          <ac:spMkLst>
            <pc:docMk/>
            <pc:sldMk cId="2881780434" sldId="282"/>
            <ac:spMk id="3" creationId="{320A3127-84FD-83E7-3F2E-B210EE5A1E2D}"/>
          </ac:spMkLst>
        </pc:spChg>
      </pc:sldChg>
      <pc:sldChg chg="delSp modSp new mod">
        <pc:chgData name="DHANYA P G" userId="73d2de28e2edb29c" providerId="LiveId" clId="{8DF766A0-08F5-4AC7-8AC9-C544E3ECA56B}" dt="2026-01-07T15:19:42.147" v="1156" actId="1076"/>
        <pc:sldMkLst>
          <pc:docMk/>
          <pc:sldMk cId="2249568312" sldId="283"/>
        </pc:sldMkLst>
        <pc:spChg chg="del">
          <ac:chgData name="DHANYA P G" userId="73d2de28e2edb29c" providerId="LiveId" clId="{8DF766A0-08F5-4AC7-8AC9-C544E3ECA56B}" dt="2026-01-07T15:19:13.637" v="1143" actId="478"/>
          <ac:spMkLst>
            <pc:docMk/>
            <pc:sldMk cId="2249568312" sldId="283"/>
            <ac:spMk id="2" creationId="{9627B18E-CAFC-0558-CE69-7AF69403FFBE}"/>
          </ac:spMkLst>
        </pc:spChg>
        <pc:spChg chg="mod">
          <ac:chgData name="DHANYA P G" userId="73d2de28e2edb29c" providerId="LiveId" clId="{8DF766A0-08F5-4AC7-8AC9-C544E3ECA56B}" dt="2026-01-07T15:19:42.147" v="1156" actId="1076"/>
          <ac:spMkLst>
            <pc:docMk/>
            <pc:sldMk cId="2249568312" sldId="283"/>
            <ac:spMk id="3" creationId="{3E128A8E-A353-E945-A7DC-01D36FC3DF13}"/>
          </ac:spMkLst>
        </pc:spChg>
      </pc:sldChg>
      <pc:sldChg chg="addSp delSp modSp new del mod">
        <pc:chgData name="DHANYA P G" userId="73d2de28e2edb29c" providerId="LiveId" clId="{8DF766A0-08F5-4AC7-8AC9-C544E3ECA56B}" dt="2026-01-07T15:18:51.586" v="1142" actId="2696"/>
        <pc:sldMkLst>
          <pc:docMk/>
          <pc:sldMk cId="969071414" sldId="284"/>
        </pc:sldMkLst>
        <pc:spChg chg="del">
          <ac:chgData name="DHANYA P G" userId="73d2de28e2edb29c" providerId="LiveId" clId="{8DF766A0-08F5-4AC7-8AC9-C544E3ECA56B}" dt="2026-01-06T11:50:56.790" v="1126" actId="478"/>
          <ac:spMkLst>
            <pc:docMk/>
            <pc:sldMk cId="969071414" sldId="284"/>
            <ac:spMk id="2" creationId="{BD1614A2-6F9A-BFCB-21C7-D88031A02179}"/>
          </ac:spMkLst>
        </pc:spChg>
        <pc:spChg chg="del">
          <ac:chgData name="DHANYA P G" userId="73d2de28e2edb29c" providerId="LiveId" clId="{8DF766A0-08F5-4AC7-8AC9-C544E3ECA56B}" dt="2026-01-06T11:50:51.116" v="1125" actId="22"/>
          <ac:spMkLst>
            <pc:docMk/>
            <pc:sldMk cId="969071414" sldId="284"/>
            <ac:spMk id="3" creationId="{7300514C-5CF7-793F-5EBB-E5BC5FF1DDA1}"/>
          </ac:spMkLst>
        </pc:spChg>
        <pc:picChg chg="add mod ord">
          <ac:chgData name="DHANYA P G" userId="73d2de28e2edb29c" providerId="LiveId" clId="{8DF766A0-08F5-4AC7-8AC9-C544E3ECA56B}" dt="2026-01-06T11:51:11.186" v="1132" actId="1076"/>
          <ac:picMkLst>
            <pc:docMk/>
            <pc:sldMk cId="969071414" sldId="284"/>
            <ac:picMk id="5" creationId="{45B3E1AF-407D-6FE5-A0AD-914534B137DE}"/>
          </ac:picMkLst>
        </pc:picChg>
        <pc:picChg chg="add mod">
          <ac:chgData name="DHANYA P G" userId="73d2de28e2edb29c" providerId="LiveId" clId="{8DF766A0-08F5-4AC7-8AC9-C544E3ECA56B}" dt="2026-01-06T11:53:19.631" v="1139" actId="1076"/>
          <ac:picMkLst>
            <pc:docMk/>
            <pc:sldMk cId="969071414" sldId="284"/>
            <ac:picMk id="7" creationId="{7F062C65-33B7-70AB-B771-175BBE2084C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AE5D-C53C-D87A-AD34-4527E7B64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01E05-2673-B886-B4BB-423FDE43A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B58FC-7A13-55E3-B62B-09251771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FBA5B-37F5-B908-6307-E7C8D7C0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4259-3B47-C533-5ADD-C458497C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0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FB4A-68F8-F379-FC2A-E6C599A3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A620C-59A8-64AC-0D3A-25F54CB28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98AC2-4E2A-5DBC-0AE6-95D0BC48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0B60D-F26F-2080-CA1A-DAFA69DD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FF227-5EF0-0185-4CB9-49C6A02C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138F-5898-BEA7-5077-EADC08F9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E7E26-CB34-1C6E-2693-5E42A536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56C23-C5BE-90E4-45E1-E802AEBA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BB65C-25A9-8E82-FB6C-03232684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CEBA2-A618-14D8-5842-97F8BC12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18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73FD-067F-4CFE-6282-3CB0A25D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447D4-824C-A181-9A41-A72BDC674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27143-652C-FE93-6CFF-1D527BDE3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1C376-AAC3-568C-9C70-CBEC779D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1AB24-E3E9-6915-C50E-D5838D0C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7E747-8006-9874-7FBD-B195BF1D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88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0648-A513-2E92-6DC9-1DC614BA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C670A-1DC1-840C-EE12-1BCE1E821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D56B4-44E4-0F83-826B-CE836548E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46933-E5D7-5F67-C919-9FAFEEC9E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EA0CF-725D-F986-005D-1EC8A214F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61B72-6D72-2B73-05C3-C7942D4B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59EC2-6A8A-4A2A-DAD4-A1BA264F5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3C136-113F-A80B-911A-C9B7B35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032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AB7B-F62C-AE03-9931-CCC1E725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81629-A88B-A920-E941-E893E437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4C677-5EBD-6E29-0E37-98A832977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93535-BAE4-8C63-FE4C-423507B2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82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1297C-18B8-A81F-2FDC-27B7B300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0432CF-356B-5255-1B02-A61232B0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5BAE7-096D-CA96-12CF-F73528AA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99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9B5B-0978-8EEB-B362-8ACD73CE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DB181-D30F-83D5-9BF4-CE2BFADB4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487D3-1A9F-7A92-501F-805026A49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B8445-D0EB-C26D-7D91-D43F1B90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DB51D-8DAF-B975-3C0F-AD3A5E30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492E8-67B7-D5D1-7863-D0E1DD6D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31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6F6C-BC6D-1ECA-E6CD-FC31D350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850A4A-CB9C-2CDE-27C9-3BB2896D8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750A9-A3A2-505D-109B-05D818E6E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2F3CC-DC1E-745C-9D2B-2987B3E3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2D7B4-0041-0102-E193-640FE790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7E550-2180-4059-A6EC-4F468DD3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26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CD41-DBA1-636E-D14B-CDD4E20F3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CA07E-5694-7FCE-3A99-F72192608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95995-75E0-8897-F7B7-618074C7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1C255-0ABB-8F18-930D-963CC6D6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F228E-5627-8417-B7C5-7CE77763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8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CF2E6-435C-824E-7BC2-7780B4CB5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DFD25-4EF5-7997-4262-ECF4FAF6F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B55C8-0F0D-911E-8844-418721A0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AE12E-8977-BCA7-E627-FF27CD93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1D7D0-9ED8-7073-188F-47150820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3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4F773A-75C5-5926-226F-9CC7B2EB2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8B2BB-E1F3-4118-713F-C4DE5A8D6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83A41-438C-EEAC-5339-F6562509B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A4E673-7812-42CD-BB22-C5E2F64C0EE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F31A9-3FCF-7DA9-4FEA-F2E946C6D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17F70-56DF-2D31-57CF-E3021D85F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93827-8847-4C8A-BA87-943A28E6C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28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1AA9233B-4349-02E4-FA98-72054C53AB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675" b="905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8D39DD-E7E9-AC46-717E-3D5D347F5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9795309" cy="290099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8800" dirty="0">
                <a:solidFill>
                  <a:srgbClr val="FFFFFF"/>
                </a:solidFill>
                <a:latin typeface="Modern Love" panose="04090805081005020601" pitchFamily="82" charset="0"/>
              </a:rPr>
              <a:t>Programming concepts</a:t>
            </a:r>
            <a:br>
              <a:rPr lang="en-US" sz="8800" dirty="0">
                <a:solidFill>
                  <a:srgbClr val="FFFFFF"/>
                </a:solidFill>
                <a:latin typeface="Modern Love" panose="04090805081005020601" pitchFamily="82" charset="0"/>
              </a:rPr>
            </a:br>
            <a:r>
              <a:rPr lang="en-US" sz="8800" dirty="0">
                <a:solidFill>
                  <a:srgbClr val="FFFFFF"/>
                </a:solidFill>
                <a:latin typeface="Modern Love" panose="04090805081005020601" pitchFamily="82" charset="0"/>
              </a:rPr>
              <a:t>RISC    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D71D9-92EB-A5CA-C446-B11CDDD621E6}"/>
              </a:ext>
            </a:extLst>
          </p:cNvPr>
          <p:cNvSpPr>
            <a:spLocks noGrp="1"/>
          </p:cNvSpPr>
          <p:nvPr/>
        </p:nvSpPr>
        <p:spPr>
          <a:xfrm>
            <a:off x="1726130" y="5421157"/>
            <a:ext cx="9144000" cy="1436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FFFFFF"/>
                </a:solidFill>
              </a:rPr>
              <a:t>COMPUTER ORGANISATION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3815425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CBCB-6115-B788-3215-0E0EDF95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E890A-7064-7BA9-3B52-1AD7E0A59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Software languages such as C or Java are called high-level programming languages because they are written at a more abstract level than assembly language. </a:t>
            </a:r>
          </a:p>
          <a:p>
            <a:pPr algn="just"/>
            <a:r>
              <a:rPr lang="en-US" dirty="0"/>
              <a:t>Many high-level languages use common software constructs.</a:t>
            </a:r>
          </a:p>
          <a:p>
            <a:pPr algn="just"/>
            <a:r>
              <a:rPr lang="en-US" dirty="0"/>
              <a:t>High-level constructs: loops, conditional statements, arrays, function calls.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406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4E48-EBBF-6C02-440B-AFDC142A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2373D4-5C88-4C29-FBFC-15C5D4783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504" y="1231919"/>
            <a:ext cx="11077748" cy="3169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5C53F3-EF57-1E15-5712-0FA4BD7BB993}"/>
              </a:ext>
            </a:extLst>
          </p:cNvPr>
          <p:cNvSpPr txBox="1"/>
          <p:nvPr/>
        </p:nvSpPr>
        <p:spPr>
          <a:xfrm>
            <a:off x="1075622" y="4401610"/>
            <a:ext cx="104148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first part of the assembly instruction, add, is called the mnemonic and indicates what operation to perform.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operation is performed on b and c, the source operands, and the result is written to a, the destination operand.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Instructions with a consistent number of operands—in this case, two sources and one destination.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1220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3AD2B-4683-E1C9-D350-B62167AEB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9" y="336884"/>
            <a:ext cx="11165306" cy="635267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Design Principle 2 : Make the common case fast.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In the high-level language examples, single-line comments begin with // and continue until the end of the line. </a:t>
            </a:r>
          </a:p>
          <a:p>
            <a:pPr algn="just"/>
            <a:r>
              <a:rPr lang="en-US" sz="2400" dirty="0"/>
              <a:t>Multiline comments begin with /* and end with */.</a:t>
            </a:r>
          </a:p>
          <a:p>
            <a:pPr algn="just"/>
            <a:r>
              <a:rPr lang="en-US" sz="2400" dirty="0"/>
              <a:t>In RISC-V assembly language, only single-line comments are used. They begin with a hash symbol (#) and continue until the end of the line. </a:t>
            </a:r>
          </a:p>
          <a:p>
            <a:pPr algn="just"/>
            <a:r>
              <a:rPr lang="en-US" sz="2400" dirty="0"/>
              <a:t>The RISC-V instruction set makes the common case fast by including only simple, commonly used instructions.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64442-0C98-3BC9-B667-5291EB7F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22" y="800023"/>
            <a:ext cx="11703755" cy="317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55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D290F-7CED-81B0-B0B0-2ED88236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Operands: Registers, Memory, and Constants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47844-2033-196F-6638-3AE86EEC0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37" y="1825625"/>
            <a:ext cx="11242307" cy="4527049"/>
          </a:xfrm>
        </p:spPr>
        <p:txBody>
          <a:bodyPr/>
          <a:lstStyle/>
          <a:p>
            <a:pPr algn="just"/>
            <a:r>
              <a:rPr lang="en-US" dirty="0"/>
              <a:t>An instruction operates on operands</a:t>
            </a:r>
          </a:p>
          <a:p>
            <a:pPr algn="just"/>
            <a:r>
              <a:rPr lang="en-US" dirty="0"/>
              <a:t>The variables a, b, and c are all operands. </a:t>
            </a:r>
          </a:p>
          <a:p>
            <a:pPr algn="just"/>
            <a:r>
              <a:rPr lang="en-US" dirty="0"/>
              <a:t>But computers operate on 1’s and 0’s, not variable names. </a:t>
            </a:r>
          </a:p>
          <a:p>
            <a:pPr algn="just"/>
            <a:r>
              <a:rPr lang="en-US" dirty="0"/>
              <a:t>The instructions need a physical location from which to retrieve the binary data. </a:t>
            </a:r>
          </a:p>
          <a:p>
            <a:pPr algn="just"/>
            <a:r>
              <a:rPr lang="en-US" dirty="0"/>
              <a:t>Operands can be stored in registers or memory, or they may be constants stored in the instruction itself. </a:t>
            </a:r>
          </a:p>
          <a:p>
            <a:pPr algn="just"/>
            <a:r>
              <a:rPr lang="en-US" dirty="0"/>
              <a:t>RISC-V is called a 32-bit architecture because it operates on 32-bit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86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9C3E-1D20-4E2F-14AC-2792AF26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14" y="384375"/>
            <a:ext cx="10515600" cy="414521"/>
          </a:xfrm>
        </p:spPr>
        <p:txBody>
          <a:bodyPr>
            <a:normAutofit fontScale="90000"/>
          </a:bodyPr>
          <a:lstStyle/>
          <a:p>
            <a:r>
              <a:rPr lang="en-US" dirty="0"/>
              <a:t>Registers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89B1-632E-80E0-2242-7BB9459E9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61" y="1386038"/>
            <a:ext cx="10853286" cy="51687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Design Principle 3: Smaller is faster.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Instructions need to access operands quickly so that they can run fast, but operands stored in memory take a long time to retrieve. </a:t>
            </a:r>
          </a:p>
          <a:p>
            <a:pPr algn="just"/>
            <a:r>
              <a:rPr lang="en-US" dirty="0"/>
              <a:t>Therefore, most architectures specify a small number of registers that hold commonly used operands. </a:t>
            </a:r>
          </a:p>
          <a:p>
            <a:pPr algn="just"/>
            <a:r>
              <a:rPr lang="en-US" dirty="0"/>
              <a:t>The RISC-V architecture </a:t>
            </a:r>
            <a:r>
              <a:rPr lang="en-US" dirty="0">
                <a:highlight>
                  <a:srgbClr val="FFFF00"/>
                </a:highlight>
              </a:rPr>
              <a:t>has 32 registers</a:t>
            </a:r>
            <a:r>
              <a:rPr lang="en-US" dirty="0"/>
              <a:t>, called the </a:t>
            </a:r>
            <a:r>
              <a:rPr lang="en-US" dirty="0">
                <a:highlight>
                  <a:srgbClr val="FFFF00"/>
                </a:highlight>
              </a:rPr>
              <a:t>register set,</a:t>
            </a:r>
            <a:r>
              <a:rPr lang="en-US" dirty="0"/>
              <a:t> stored in a small multi-ported memory called a </a:t>
            </a:r>
            <a:r>
              <a:rPr lang="en-US" b="1" dirty="0">
                <a:highlight>
                  <a:srgbClr val="FFFF00"/>
                </a:highlight>
              </a:rPr>
              <a:t>register file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fewer the registers, the faster they can be accessed.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24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E99C93-D469-D852-D7DB-C9824C2B9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7988" y="211755"/>
            <a:ext cx="7623215" cy="6150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C31AB2-218D-07FD-DE52-0409E6B4C72C}"/>
              </a:ext>
            </a:extLst>
          </p:cNvPr>
          <p:cNvSpPr txBox="1"/>
          <p:nvPr/>
        </p:nvSpPr>
        <p:spPr>
          <a:xfrm>
            <a:off x="218172" y="682925"/>
            <a:ext cx="41998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Assembly instructions typically use the special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>
                <a:highlight>
                  <a:srgbClr val="FFFF00"/>
                </a:highlight>
              </a:rPr>
              <a:t>zero register </a:t>
            </a:r>
            <a:r>
              <a:rPr lang="en-US" sz="2000" dirty="0"/>
              <a:t>always holds the constant 0; values written to it are discarded.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Registers </a:t>
            </a:r>
            <a:r>
              <a:rPr lang="en-US" sz="2000" b="1" dirty="0">
                <a:highlight>
                  <a:srgbClr val="FFFF00"/>
                </a:highlight>
              </a:rPr>
              <a:t>s0 to s11 </a:t>
            </a:r>
            <a:r>
              <a:rPr lang="en-US" sz="2000" dirty="0"/>
              <a:t>(registers 8–9 and 18–27) and </a:t>
            </a:r>
            <a:r>
              <a:rPr lang="en-US" sz="2000" b="1" dirty="0">
                <a:highlight>
                  <a:srgbClr val="FFFF00"/>
                </a:highlight>
              </a:rPr>
              <a:t>t0 to t6</a:t>
            </a:r>
            <a:r>
              <a:rPr lang="en-US" sz="2000" dirty="0"/>
              <a:t> (registers 5–7 and 28–31) are used for storing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highlight>
                  <a:srgbClr val="FFFF00"/>
                </a:highlight>
              </a:rPr>
              <a:t>ra</a:t>
            </a:r>
            <a:r>
              <a:rPr lang="en-US" sz="2000" b="1" dirty="0">
                <a:highlight>
                  <a:srgbClr val="FFFF00"/>
                </a:highlight>
              </a:rPr>
              <a:t> and a0 to a7 </a:t>
            </a:r>
            <a:r>
              <a:rPr lang="en-US" sz="2000" dirty="0"/>
              <a:t>have special uses during function calls,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highlight>
                  <a:srgbClr val="FFFF00"/>
                </a:highlight>
              </a:rPr>
              <a:t>Registers 2 to 4 </a:t>
            </a:r>
            <a:r>
              <a:rPr lang="en-US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 </a:t>
            </a:r>
            <a:r>
              <a:rPr lang="en-US" sz="2000" b="1" dirty="0" err="1">
                <a:highlight>
                  <a:srgbClr val="FFFF00"/>
                </a:highlight>
              </a:rPr>
              <a:t>sp</a:t>
            </a:r>
            <a:r>
              <a:rPr lang="en-US" sz="2000" b="1" dirty="0">
                <a:highlight>
                  <a:srgbClr val="FFFF00"/>
                </a:highlight>
              </a:rPr>
              <a:t>, </a:t>
            </a:r>
            <a:r>
              <a:rPr lang="en-US" sz="2000" b="1" dirty="0" err="1">
                <a:highlight>
                  <a:srgbClr val="FFFF00"/>
                </a:highlight>
              </a:rPr>
              <a:t>gp</a:t>
            </a:r>
            <a:r>
              <a:rPr lang="en-US" sz="2000" b="1" dirty="0">
                <a:highlight>
                  <a:srgbClr val="FFFF00"/>
                </a:highlight>
              </a:rPr>
              <a:t>, and </a:t>
            </a:r>
            <a:r>
              <a:rPr lang="en-US" sz="2000" b="1" dirty="0" err="1">
                <a:highlight>
                  <a:srgbClr val="FFFF00"/>
                </a:highlight>
              </a:rPr>
              <a:t>tp</a:t>
            </a:r>
            <a:r>
              <a:rPr lang="en-US" sz="2000" b="1" dirty="0">
                <a:highlight>
                  <a:srgbClr val="FFFF00"/>
                </a:highlight>
              </a:rPr>
              <a:t> </a:t>
            </a:r>
            <a:endParaRPr lang="en-IN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6116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1FBB013-13FB-5904-CF6D-FE8395C81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603" y="-367281"/>
            <a:ext cx="9123225" cy="722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3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C692-64B2-A60E-D314-19C84C82F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34" y="211756"/>
            <a:ext cx="11348185" cy="647780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Design Principle 3: Smaller is faster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instruction adds the 32-bit values contained in s1 (b) and s2 (c) and writes the 32-bit result to s0 (a).</a:t>
            </a:r>
          </a:p>
          <a:p>
            <a:r>
              <a:rPr lang="en-US" sz="2400" dirty="0"/>
              <a:t>RISC-V assembly code using a register, t0, to store the intermediate calculation of </a:t>
            </a:r>
            <a:r>
              <a:rPr lang="en-US" sz="2400" dirty="0" err="1"/>
              <a:t>b+c</a:t>
            </a:r>
            <a:r>
              <a:rPr lang="en-US" sz="2400" dirty="0"/>
              <a:t>.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A4072-6B0B-BD76-D674-39721C8D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39" y="502712"/>
            <a:ext cx="8142171" cy="479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24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F1CD-9CD8-96C1-0F1D-0A308D6ED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39" y="278499"/>
            <a:ext cx="10515600" cy="616652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CF6AB-80FE-8AD2-2B33-D6747E163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65" y="895150"/>
            <a:ext cx="10943925" cy="5534526"/>
          </a:xfrm>
        </p:spPr>
        <p:txBody>
          <a:bodyPr/>
          <a:lstStyle/>
          <a:p>
            <a:pPr algn="just"/>
            <a:r>
              <a:rPr lang="en-US" dirty="0"/>
              <a:t>Translate the following high-level code into RISC-V assembly language. Assume variables a−c are held in registers s0−s2, and f−j are in s3−s7.</a:t>
            </a:r>
          </a:p>
          <a:p>
            <a:pPr algn="just"/>
            <a:endParaRPr lang="en-US" dirty="0"/>
          </a:p>
          <a:p>
            <a:pPr algn="just"/>
            <a:r>
              <a:rPr lang="en-US" sz="4800" dirty="0">
                <a:highlight>
                  <a:srgbClr val="FFFF00"/>
                </a:highlight>
              </a:rPr>
              <a:t>// high-level code </a:t>
            </a:r>
          </a:p>
          <a:p>
            <a:pPr algn="just"/>
            <a:r>
              <a:rPr lang="en-US" sz="4800" dirty="0">
                <a:highlight>
                  <a:srgbClr val="FFFF00"/>
                </a:highlight>
              </a:rPr>
              <a:t>a = b − c; </a:t>
            </a:r>
          </a:p>
          <a:p>
            <a:pPr algn="just"/>
            <a:r>
              <a:rPr lang="en-US" sz="4800" dirty="0">
                <a:highlight>
                  <a:srgbClr val="FFFF00"/>
                </a:highlight>
              </a:rPr>
              <a:t>f = (g + h) − (</a:t>
            </a:r>
            <a:r>
              <a:rPr lang="en-US" sz="4800" dirty="0" err="1">
                <a:highlight>
                  <a:srgbClr val="FFFF00"/>
                </a:highlight>
              </a:rPr>
              <a:t>i</a:t>
            </a:r>
            <a:r>
              <a:rPr lang="en-US" sz="4800" dirty="0">
                <a:highlight>
                  <a:srgbClr val="FFFF00"/>
                </a:highlight>
              </a:rPr>
              <a:t> + j);</a:t>
            </a:r>
            <a:endParaRPr lang="en-IN" sz="4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69512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0D05F8-6F55-17BD-111D-CEF7B540F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98" y="833009"/>
            <a:ext cx="11755803" cy="307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25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02FF-9074-102D-D1EE-2E0031E2B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888" y="187693"/>
            <a:ext cx="10515600" cy="857283"/>
          </a:xfrm>
        </p:spPr>
        <p:txBody>
          <a:bodyPr/>
          <a:lstStyle/>
          <a:p>
            <a:r>
              <a:rPr lang="en-US" dirty="0"/>
              <a:t>Constants/</a:t>
            </a:r>
            <a:r>
              <a:rPr lang="en-US" dirty="0" err="1"/>
              <a:t>Immediates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DDE73-ECB8-3C97-777D-FCE48352A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88" y="904776"/>
            <a:ext cx="11001676" cy="5953224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RISC-V instructions can use constant or immediate operands. </a:t>
            </a:r>
          </a:p>
          <a:p>
            <a:pPr algn="just"/>
            <a:r>
              <a:rPr lang="en-US" sz="2400" dirty="0"/>
              <a:t>These constants are called </a:t>
            </a:r>
            <a:r>
              <a:rPr lang="en-US" sz="2400" dirty="0" err="1">
                <a:highlight>
                  <a:srgbClr val="FFFF00"/>
                </a:highlight>
              </a:rPr>
              <a:t>immediates</a:t>
            </a:r>
            <a:r>
              <a:rPr lang="en-US" sz="2400" dirty="0">
                <a:highlight>
                  <a:srgbClr val="FFFF00"/>
                </a:highlight>
              </a:rPr>
              <a:t> because their values are immediately available from the instruction </a:t>
            </a:r>
            <a:r>
              <a:rPr lang="en-US" sz="2400" dirty="0"/>
              <a:t>and do not require a register or memory access.</a:t>
            </a:r>
          </a:p>
          <a:p>
            <a:pPr algn="just"/>
            <a:r>
              <a:rPr lang="en-US" sz="2400" dirty="0"/>
              <a:t>In assembly code, the immediate can be written in decimal, hexadecimal, or binary. </a:t>
            </a:r>
          </a:p>
          <a:p>
            <a:pPr algn="just"/>
            <a:r>
              <a:rPr lang="en-US" sz="2400" dirty="0"/>
              <a:t>Hexadecimal constants in RISC-V start </a:t>
            </a:r>
            <a:r>
              <a:rPr lang="en-US" sz="2400" dirty="0">
                <a:highlight>
                  <a:srgbClr val="FFFF00"/>
                </a:highlight>
              </a:rPr>
              <a:t>with 0x </a:t>
            </a:r>
            <a:r>
              <a:rPr lang="en-US" sz="2400" dirty="0"/>
              <a:t>and  binary constants start </a:t>
            </a:r>
            <a:r>
              <a:rPr lang="en-US" sz="2400" dirty="0">
                <a:highlight>
                  <a:srgbClr val="FFFF00"/>
                </a:highlight>
              </a:rPr>
              <a:t>with 0b</a:t>
            </a:r>
            <a:r>
              <a:rPr lang="en-US" sz="2400" dirty="0"/>
              <a:t>, </a:t>
            </a:r>
          </a:p>
          <a:p>
            <a:pPr algn="just"/>
            <a:r>
              <a:rPr lang="en-US" sz="2400" dirty="0" err="1"/>
              <a:t>Immediates</a:t>
            </a:r>
            <a:r>
              <a:rPr lang="en-US" sz="2400" dirty="0"/>
              <a:t> are </a:t>
            </a:r>
            <a:r>
              <a:rPr lang="en-US" sz="2400" dirty="0">
                <a:highlight>
                  <a:srgbClr val="FFFF00"/>
                </a:highlight>
              </a:rPr>
              <a:t>12-bit two’s complement numbers,</a:t>
            </a:r>
            <a:r>
              <a:rPr lang="en-US" sz="2400" dirty="0"/>
              <a:t> so they are </a:t>
            </a:r>
            <a:r>
              <a:rPr lang="en-US" sz="2400" dirty="0">
                <a:highlight>
                  <a:srgbClr val="FFFF00"/>
                </a:highlight>
              </a:rPr>
              <a:t>sign-extended to 32 bits. 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 err="1">
                <a:highlight>
                  <a:srgbClr val="FFFF00"/>
                </a:highlight>
              </a:rPr>
              <a:t>addi</a:t>
            </a:r>
            <a:r>
              <a:rPr lang="en-US" sz="2400" dirty="0">
                <a:highlight>
                  <a:srgbClr val="FFFF00"/>
                </a:highlight>
              </a:rPr>
              <a:t> instruction </a:t>
            </a:r>
            <a:r>
              <a:rPr lang="en-US" sz="2400" dirty="0"/>
              <a:t>is a useful way to initialize register values with small constants.</a:t>
            </a:r>
          </a:p>
          <a:p>
            <a:pPr algn="just"/>
            <a:r>
              <a:rPr lang="en-US" sz="2400" dirty="0"/>
              <a:t>Eg:	</a:t>
            </a:r>
            <a:r>
              <a:rPr lang="en-US" sz="2400" dirty="0" err="1"/>
              <a:t>addi</a:t>
            </a:r>
            <a:r>
              <a:rPr lang="en-US" sz="2400" dirty="0"/>
              <a:t> s5,x0,0b1101101 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err="1"/>
              <a:t>addi</a:t>
            </a:r>
            <a:r>
              <a:rPr lang="en-US" sz="2400" dirty="0"/>
              <a:t> s5,x0,0x6D 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err="1"/>
              <a:t>addi</a:t>
            </a:r>
            <a:r>
              <a:rPr lang="en-US" sz="2400" dirty="0"/>
              <a:t> s5,x0,109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34235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15DECE-BDAD-D4B3-1BB7-35A725947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503" y="102469"/>
            <a:ext cx="12347926" cy="690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30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1677-9741-033C-5306-09477ABC9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9157"/>
          </a:xfrm>
        </p:spPr>
        <p:txBody>
          <a:bodyPr/>
          <a:lstStyle/>
          <a:p>
            <a:r>
              <a:rPr lang="en-US" b="1" dirty="0"/>
              <a:t>Load upper immediate instruction (</a:t>
            </a:r>
            <a:r>
              <a:rPr lang="en-US" b="1" dirty="0" err="1"/>
              <a:t>lui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8148-456F-E17C-3AEB-2FCE3F4B2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13" y="1280160"/>
            <a:ext cx="10891787" cy="5212715"/>
          </a:xfrm>
        </p:spPr>
        <p:txBody>
          <a:bodyPr/>
          <a:lstStyle/>
          <a:p>
            <a:pPr algn="just"/>
            <a:r>
              <a:rPr lang="en-US" dirty="0">
                <a:highlight>
                  <a:srgbClr val="FFFF00"/>
                </a:highlight>
              </a:rPr>
              <a:t>To create larger constants</a:t>
            </a:r>
            <a:r>
              <a:rPr lang="en-US" dirty="0"/>
              <a:t>, use a load upper immediate instruction (</a:t>
            </a:r>
            <a:r>
              <a:rPr lang="en-US" dirty="0" err="1"/>
              <a:t>lui</a:t>
            </a:r>
            <a:r>
              <a:rPr lang="en-US" dirty="0"/>
              <a:t>) followed by an add immediate instruction (</a:t>
            </a:r>
            <a:r>
              <a:rPr lang="en-US" dirty="0" err="1"/>
              <a:t>addi</a:t>
            </a:r>
            <a:r>
              <a:rPr lang="en-US" dirty="0"/>
              <a:t>) </a:t>
            </a:r>
          </a:p>
          <a:p>
            <a:pPr algn="just"/>
            <a:r>
              <a:rPr lang="en-US" dirty="0"/>
              <a:t>The </a:t>
            </a:r>
            <a:r>
              <a:rPr lang="en-US" dirty="0" err="1"/>
              <a:t>lui</a:t>
            </a:r>
            <a:r>
              <a:rPr lang="en-US" dirty="0"/>
              <a:t> instruction loads a </a:t>
            </a:r>
            <a:r>
              <a:rPr lang="en-US" dirty="0">
                <a:highlight>
                  <a:srgbClr val="FFFF00"/>
                </a:highlight>
              </a:rPr>
              <a:t>20-bit immediate into the most significant 20 bits of the instruction </a:t>
            </a:r>
            <a:r>
              <a:rPr lang="en-US" dirty="0"/>
              <a:t>and places zeros in the least significant bits.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08E94-72F5-BCFA-4852-384EEE257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88" y="3323122"/>
            <a:ext cx="11616624" cy="316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7DFB-ED68-5256-280A-DE8ADCCBA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61" y="372209"/>
            <a:ext cx="11290433" cy="623072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creating large </a:t>
            </a:r>
            <a:r>
              <a:rPr lang="en-US" dirty="0" err="1"/>
              <a:t>immediates</a:t>
            </a:r>
            <a:r>
              <a:rPr lang="en-US" dirty="0"/>
              <a:t>, if the 12-bit immediate in </a:t>
            </a:r>
            <a:r>
              <a:rPr lang="en-US" dirty="0" err="1"/>
              <a:t>addi</a:t>
            </a:r>
            <a:r>
              <a:rPr lang="en-US" dirty="0"/>
              <a:t> is negative , the upper immediate in </a:t>
            </a:r>
            <a:r>
              <a:rPr lang="en-US" dirty="0">
                <a:highlight>
                  <a:srgbClr val="FFFF00"/>
                </a:highlight>
              </a:rPr>
              <a:t>the </a:t>
            </a:r>
            <a:r>
              <a:rPr lang="en-US" dirty="0" err="1">
                <a:highlight>
                  <a:srgbClr val="FFFF00"/>
                </a:highlight>
              </a:rPr>
              <a:t>lui</a:t>
            </a:r>
            <a:r>
              <a:rPr lang="en-US" dirty="0">
                <a:highlight>
                  <a:srgbClr val="FFFF00"/>
                </a:highlight>
              </a:rPr>
              <a:t> must be incremented by one. 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US" dirty="0"/>
              <a:t>Desired immediate = 0xFEEDA987. </a:t>
            </a:r>
          </a:p>
          <a:p>
            <a:r>
              <a:rPr lang="en-US" dirty="0" err="1"/>
              <a:t>lui</a:t>
            </a:r>
            <a:r>
              <a:rPr lang="en-US" dirty="0"/>
              <a:t> s2, 0xFEEDB puts 0xFEEDB000 into s2. (The desired 20-bit upper immediate, 0xFEEDA, is incremented by 1). </a:t>
            </a:r>
          </a:p>
          <a:p>
            <a:r>
              <a:rPr lang="en-US" dirty="0"/>
              <a:t>0x987 is the 12-bit representation of −1657, </a:t>
            </a:r>
          </a:p>
          <a:p>
            <a:r>
              <a:rPr lang="en-US" dirty="0"/>
              <a:t>so </a:t>
            </a:r>
            <a:r>
              <a:rPr lang="en-US" dirty="0" err="1"/>
              <a:t>addi</a:t>
            </a:r>
            <a:r>
              <a:rPr lang="en-US" dirty="0"/>
              <a:t> s2, s2, −1657 adds s2 and the sign- extended 12-bit immediate (0xFEEDB000 + 0xFFFFF987 = 0xFEEDA987)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395EE-E505-A89B-50E4-3C2FDF1FB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61" y="1023269"/>
            <a:ext cx="11686583" cy="305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93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842B-5E8E-DCD8-B1E2-C523E502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249622"/>
            <a:ext cx="10515600" cy="674403"/>
          </a:xfrm>
        </p:spPr>
        <p:txBody>
          <a:bodyPr>
            <a:normAutofit fontScale="90000"/>
          </a:bodyPr>
          <a:lstStyle/>
          <a:p>
            <a:r>
              <a:rPr lang="en-US" dirty="0"/>
              <a:t>Memory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F197-E1C1-B10E-F21B-76D540EE2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636" y="1039528"/>
            <a:ext cx="10959164" cy="536127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register file is small and fast, memory is larger and slower. </a:t>
            </a:r>
          </a:p>
          <a:p>
            <a:pPr algn="just"/>
            <a:r>
              <a:rPr lang="en-US" dirty="0"/>
              <a:t>For this reason, frequently used variables are kept in registers. </a:t>
            </a:r>
          </a:p>
          <a:p>
            <a:pPr algn="just"/>
            <a:r>
              <a:rPr lang="en-US" dirty="0"/>
              <a:t>In the RISC-V architecture, instructions operate exclusively on registers, so data stored in memory must be moved to a register before it can be processed. </a:t>
            </a:r>
          </a:p>
          <a:p>
            <a:pPr algn="just"/>
            <a:r>
              <a:rPr lang="en-US" dirty="0"/>
              <a:t>Memories are organized as an array of data words. </a:t>
            </a:r>
          </a:p>
          <a:p>
            <a:pPr algn="just"/>
            <a:r>
              <a:rPr lang="en-US" dirty="0"/>
              <a:t>The RISC-V architecture uses </a:t>
            </a:r>
            <a:r>
              <a:rPr lang="en-US" dirty="0">
                <a:highlight>
                  <a:srgbClr val="FFFF00"/>
                </a:highlight>
              </a:rPr>
              <a:t>32-bit memory addresses </a:t>
            </a:r>
            <a:r>
              <a:rPr lang="en-US" dirty="0"/>
              <a:t>and </a:t>
            </a:r>
            <a:r>
              <a:rPr lang="en-US" dirty="0">
                <a:highlight>
                  <a:srgbClr val="FFFF00"/>
                </a:highlight>
              </a:rPr>
              <a:t>32-bit data words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RISC-V uses a byte-addressable memory. </a:t>
            </a:r>
          </a:p>
          <a:p>
            <a:pPr algn="just"/>
            <a:r>
              <a:rPr lang="en-US" dirty="0"/>
              <a:t>Each byte in memory has a unique address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2207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DF46B-9742-73C0-389E-8DAB88C20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404260"/>
            <a:ext cx="11232682" cy="5967663"/>
          </a:xfrm>
        </p:spPr>
        <p:txBody>
          <a:bodyPr/>
          <a:lstStyle/>
          <a:p>
            <a:r>
              <a:rPr lang="en-US" dirty="0"/>
              <a:t>A 32-bit word consists of four 8-bit bytes, so each word address is a multiple of 4.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0353D-0A38-3596-1706-2564594D1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55" y="1358410"/>
            <a:ext cx="10624696" cy="533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99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E52C-F433-A65E-DA6A-486F4FC0D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490888"/>
            <a:ext cx="10622280" cy="579440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load word instruction, </a:t>
            </a:r>
            <a:r>
              <a:rPr lang="en-US" dirty="0" err="1">
                <a:highlight>
                  <a:srgbClr val="FFFF00"/>
                </a:highlight>
              </a:rPr>
              <a:t>lw</a:t>
            </a:r>
            <a:r>
              <a:rPr lang="en-US" dirty="0"/>
              <a:t>, reads a data word from memory into a register.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Word number 0 is at address 0, word 1 is at address 4, word 2 at address 8, and so 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93AD55-196F-7674-6C75-E0F099C43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17" y="1592698"/>
            <a:ext cx="10959966" cy="288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28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A607B-FE8D-76C6-D75D-4856BE31C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19" y="462012"/>
            <a:ext cx="10660781" cy="60446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store word instruction, </a:t>
            </a:r>
            <a:r>
              <a:rPr lang="en-US" dirty="0" err="1">
                <a:highlight>
                  <a:srgbClr val="FFFF00"/>
                </a:highlight>
              </a:rPr>
              <a:t>sw</a:t>
            </a:r>
            <a:r>
              <a:rPr lang="en-US" dirty="0"/>
              <a:t>, writes a data word from a register into memory.</a:t>
            </a:r>
          </a:p>
          <a:p>
            <a:r>
              <a:rPr lang="en-US" dirty="0"/>
              <a:t>Eg: Writes the value 42 from register t3 into memory word 5, located at address 20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659EF-1AC2-54C2-C1AF-F2095441C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09" y="2573184"/>
            <a:ext cx="10298199" cy="273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43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28A8E-A353-E945-A7DC-01D36FC3D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8526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latin typeface="Modern Love" panose="04090805081005020601" pitchFamily="82" charset="0"/>
              </a:rPr>
              <a:t>Thankyou</a:t>
            </a:r>
            <a:endParaRPr lang="en-IN" sz="4400" dirty="0">
              <a:latin typeface="Modern Love" panose="04090805081005020601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6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998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Modern Love</vt:lpstr>
      <vt:lpstr>Wingdings</vt:lpstr>
      <vt:lpstr>Office Theme</vt:lpstr>
      <vt:lpstr>Programming concepts RISC    V</vt:lpstr>
      <vt:lpstr>Programming</vt:lpstr>
      <vt:lpstr>DESIGN PRINCIPLES</vt:lpstr>
      <vt:lpstr>PowerPoint Presentation</vt:lpstr>
      <vt:lpstr>Operands: Registers, Memory, and Constants</vt:lpstr>
      <vt:lpstr>Registers</vt:lpstr>
      <vt:lpstr>PowerPoint Presentation</vt:lpstr>
      <vt:lpstr>PowerPoint Presentation</vt:lpstr>
      <vt:lpstr>PowerPoint Presentation</vt:lpstr>
      <vt:lpstr>Question</vt:lpstr>
      <vt:lpstr>PowerPoint Presentation</vt:lpstr>
      <vt:lpstr>Constants/Immediates</vt:lpstr>
      <vt:lpstr>PowerPoint Presentation</vt:lpstr>
      <vt:lpstr>Load upper immediate instruction (lui)</vt:lpstr>
      <vt:lpstr>PowerPoint Presentation</vt:lpstr>
      <vt:lpstr>Memory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DHANYA P G</dc:creator>
  <cp:lastModifiedBy>DHANYA P G</cp:lastModifiedBy>
  <cp:revision>1</cp:revision>
  <dcterms:created xsi:type="dcterms:W3CDTF">2025-12-29T18:36:05Z</dcterms:created>
  <dcterms:modified xsi:type="dcterms:W3CDTF">2026-01-07T15:19:42Z</dcterms:modified>
</cp:coreProperties>
</file>